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076138059" r:id="rId5"/>
    <p:sldId id="421" r:id="rId6"/>
    <p:sldId id="2076138103" r:id="rId7"/>
    <p:sldId id="2076138078" r:id="rId8"/>
    <p:sldId id="506" r:id="rId9"/>
    <p:sldId id="2076138105" r:id="rId10"/>
    <p:sldId id="2076138106" r:id="rId11"/>
    <p:sldId id="2076138080" r:id="rId12"/>
    <p:sldId id="2076138070" r:id="rId13"/>
    <p:sldId id="538" r:id="rId14"/>
    <p:sldId id="2076138090" r:id="rId15"/>
    <p:sldId id="2076138104" r:id="rId16"/>
    <p:sldId id="274" r:id="rId17"/>
  </p:sldIdLst>
  <p:sldSz cx="13004800" cy="731520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EV-Folienmaster" id="{BE31AA7C-3A39-474A-954A-4B1FC90E1395}">
          <p14:sldIdLst>
            <p14:sldId id="2076138059"/>
            <p14:sldId id="421"/>
            <p14:sldId id="2076138103"/>
            <p14:sldId id="2076138078"/>
            <p14:sldId id="506"/>
            <p14:sldId id="2076138105"/>
            <p14:sldId id="2076138106"/>
            <p14:sldId id="2076138080"/>
            <p14:sldId id="2076138070"/>
            <p14:sldId id="538"/>
            <p14:sldId id="2076138090"/>
            <p14:sldId id="2076138104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ner, Tobias" initials="BT" lastIdx="4" clrIdx="0">
    <p:extLst>
      <p:ext uri="{19B8F6BF-5375-455C-9EA6-DF929625EA0E}">
        <p15:presenceInfo xmlns:p15="http://schemas.microsoft.com/office/powerpoint/2012/main" userId="Benner, Tobias" providerId="None"/>
      </p:ext>
    </p:extLst>
  </p:cmAuthor>
  <p:cmAuthor id="2" name="Barbara Schindler" initials="BS" lastIdx="1" clrIdx="1">
    <p:extLst>
      <p:ext uri="{19B8F6BF-5375-455C-9EA6-DF929625EA0E}">
        <p15:presenceInfo xmlns:p15="http://schemas.microsoft.com/office/powerpoint/2012/main" userId="S::b.schindler@explain.de::fa289460-f641-4c09-a7ed-c30ef1a3a22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D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C62E6-B96F-4248-BA94-AED5CF911589}" v="241" dt="2026-06-10T09:21:48.670"/>
    <p1510:client id="{8310B589-6368-4A8F-9E74-56A3FB390682}" v="218" dt="2026-06-11T09:24:58.484"/>
  </p1510:revLst>
</p1510:revInfo>
</file>

<file path=ppt/tableStyles.xml><?xml version="1.0" encoding="utf-8"?>
<a:tblStyleLst xmlns:a="http://schemas.openxmlformats.org/drawingml/2006/main" def="{5A111915-BE36-4E01-A7E5-04B1672EAD3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271" autoAdjust="0"/>
  </p:normalViewPr>
  <p:slideViewPr>
    <p:cSldViewPr showGuides="1">
      <p:cViewPr varScale="1">
        <p:scale>
          <a:sx n="110" d="100"/>
          <a:sy n="110" d="100"/>
        </p:scale>
        <p:origin x="24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>
        <p:scale>
          <a:sx n="100" d="100"/>
          <a:sy n="100" d="100"/>
        </p:scale>
        <p:origin x="4080" y="24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FEE3934-18E7-4F95-B9CA-5F22E62DEB8F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506278" y="316452"/>
            <a:ext cx="5062780" cy="324146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/>
            </a:lvl1pPr>
          </a:lstStyle>
          <a:p>
            <a:endParaRPr lang="de-DE" sz="100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67B994-4FBB-42CA-A416-4F7DB457E4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gray">
          <a:xfrm>
            <a:off x="5569058" y="316452"/>
            <a:ext cx="1002223" cy="324146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/>
            </a:lvl1pPr>
          </a:lstStyle>
          <a:p>
            <a:fld id="{B70EEB41-3C3F-4729-A2E4-1B86C54033CA}" type="datetime1">
              <a:rPr lang="de-DE" sz="1000" smtClean="0"/>
              <a:t>10.06.2026</a:t>
            </a:fld>
            <a:endParaRPr lang="de-DE" sz="100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F60187-F2BC-4BD2-B337-626F114BB3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gray">
          <a:xfrm>
            <a:off x="506278" y="9582365"/>
            <a:ext cx="5062780" cy="324146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200"/>
            </a:lvl1pPr>
          </a:lstStyle>
          <a:p>
            <a:endParaRPr lang="de-DE" sz="10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FE731E-73F9-48A9-B876-EEC2A8FD50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gray">
          <a:xfrm>
            <a:off x="5569058" y="9582365"/>
            <a:ext cx="1002223" cy="324146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200"/>
            </a:lvl1pPr>
          </a:lstStyle>
          <a:p>
            <a:fld id="{1A06F71E-21E1-4DE2-81F3-F3C287C4C753}" type="slidenum">
              <a:rPr lang="de-DE" sz="1000" smtClean="0"/>
              <a:t>‹#›</a:t>
            </a:fld>
            <a:endParaRPr lang="de-DE" sz="1000"/>
          </a:p>
        </p:txBody>
      </p:sp>
    </p:spTree>
    <p:extLst>
      <p:ext uri="{BB962C8B-B14F-4D97-AF65-F5344CB8AC3E}">
        <p14:creationId xmlns:p14="http://schemas.microsoft.com/office/powerpoint/2010/main" val="2962773827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gray">
          <a:xfrm>
            <a:off x="495946" y="430850"/>
            <a:ext cx="4809640" cy="292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gray">
          <a:xfrm>
            <a:off x="5305586" y="430850"/>
            <a:ext cx="1314289" cy="292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/>
            </a:lvl1pPr>
          </a:lstStyle>
          <a:p>
            <a:fld id="{699DEB01-4F77-4AF1-AA12-BF3F8F2FDE9C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495946" y="855409"/>
            <a:ext cx="6123929" cy="34451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495946" y="4566833"/>
            <a:ext cx="6120000" cy="280519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gray">
          <a:xfrm>
            <a:off x="495946" y="9723171"/>
            <a:ext cx="4809640" cy="292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gray">
          <a:xfrm>
            <a:off x="5305586" y="9723171"/>
            <a:ext cx="1314289" cy="2924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/>
            </a:lvl1pPr>
          </a:lstStyle>
          <a:p>
            <a:fld id="{893C3B6E-A07B-4A28-99D4-6009BE3068BA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3532E81-E7A3-4BC1-AFBB-5D0BBFCAB87E}"/>
              </a:ext>
            </a:extLst>
          </p:cNvPr>
          <p:cNvCxnSpPr>
            <a:cxnSpLocks/>
          </p:cNvCxnSpPr>
          <p:nvPr/>
        </p:nvCxnSpPr>
        <p:spPr bwMode="gray">
          <a:xfrm>
            <a:off x="479425" y="7734515"/>
            <a:ext cx="61404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619D66E-F736-4859-80F1-600E04561EAB}"/>
              </a:ext>
            </a:extLst>
          </p:cNvPr>
          <p:cNvCxnSpPr>
            <a:cxnSpLocks/>
          </p:cNvCxnSpPr>
          <p:nvPr/>
        </p:nvCxnSpPr>
        <p:spPr bwMode="gray">
          <a:xfrm>
            <a:off x="479425" y="8086671"/>
            <a:ext cx="61404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7FC36C86-4072-4992-9B30-A708E69B1772}"/>
              </a:ext>
            </a:extLst>
          </p:cNvPr>
          <p:cNvCxnSpPr>
            <a:cxnSpLocks/>
          </p:cNvCxnSpPr>
          <p:nvPr/>
        </p:nvCxnSpPr>
        <p:spPr bwMode="gray">
          <a:xfrm>
            <a:off x="479425" y="8438827"/>
            <a:ext cx="61404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70D2F1-4D8B-4D07-A9A0-E9F74F0D599D}"/>
              </a:ext>
            </a:extLst>
          </p:cNvPr>
          <p:cNvCxnSpPr>
            <a:cxnSpLocks/>
          </p:cNvCxnSpPr>
          <p:nvPr/>
        </p:nvCxnSpPr>
        <p:spPr bwMode="gray">
          <a:xfrm>
            <a:off x="479425" y="8790983"/>
            <a:ext cx="61404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5F7CD99-60FC-45D0-B1C4-46185506916A}"/>
              </a:ext>
            </a:extLst>
          </p:cNvPr>
          <p:cNvCxnSpPr>
            <a:cxnSpLocks/>
          </p:cNvCxnSpPr>
          <p:nvPr/>
        </p:nvCxnSpPr>
        <p:spPr bwMode="gray">
          <a:xfrm>
            <a:off x="479425" y="9143139"/>
            <a:ext cx="61404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A21177D2-8811-4CF0-AE67-55BA664407E9}"/>
              </a:ext>
            </a:extLst>
          </p:cNvPr>
          <p:cNvCxnSpPr>
            <a:cxnSpLocks/>
          </p:cNvCxnSpPr>
          <p:nvPr/>
        </p:nvCxnSpPr>
        <p:spPr bwMode="gray">
          <a:xfrm>
            <a:off x="479425" y="9495295"/>
            <a:ext cx="61404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96259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75299" rtl="0" eaLnBrk="1" latinLnBrk="0" hangingPunct="1">
      <a:spcBef>
        <a:spcPts val="400"/>
      </a:spcBef>
      <a:spcAft>
        <a:spcPts val="4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0" algn="l" defTabSz="975299" rtl="0" eaLnBrk="1" latinLnBrk="0" hangingPunct="1">
      <a:spcBef>
        <a:spcPts val="400"/>
      </a:spcBef>
      <a:spcAft>
        <a:spcPts val="400"/>
      </a:spcAft>
      <a:defRPr sz="1200" b="1" kern="1200">
        <a:solidFill>
          <a:schemeClr val="tx1"/>
        </a:solidFill>
        <a:latin typeface="+mn-lt"/>
        <a:ea typeface="+mn-ea"/>
        <a:cs typeface="+mn-cs"/>
      </a:defRPr>
    </a:lvl2pPr>
    <a:lvl3pPr marL="144000" indent="-144000" algn="l" defTabSz="975299" rtl="0" eaLnBrk="1" latinLnBrk="0" hangingPunct="1">
      <a:spcBef>
        <a:spcPts val="400"/>
      </a:spcBef>
      <a:spcAft>
        <a:spcPts val="400"/>
      </a:spcAft>
      <a:buClr>
        <a:schemeClr val="bg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288000" indent="-144000" algn="l" defTabSz="975299" rtl="0" eaLnBrk="1" latinLnBrk="0" hangingPunct="1">
      <a:spcBef>
        <a:spcPts val="0"/>
      </a:spcBef>
      <a:spcAft>
        <a:spcPts val="400"/>
      </a:spcAft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432000" indent="-144000" algn="l" defTabSz="975299" rtl="0" eaLnBrk="1" latinLnBrk="0" hangingPunct="1">
      <a:spcBef>
        <a:spcPts val="0"/>
      </a:spcBef>
      <a:spcAft>
        <a:spcPts val="400"/>
      </a:spcAft>
      <a:buClr>
        <a:schemeClr val="bg2"/>
      </a:buClr>
      <a:buFont typeface="Symbol" panose="05050102010706020507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44000" indent="-144000" algn="l" defTabSz="975299" rtl="0" eaLnBrk="1" latinLnBrk="0" hangingPunct="1">
      <a:spcBef>
        <a:spcPts val="400"/>
      </a:spcBef>
      <a:spcAft>
        <a:spcPts val="400"/>
      </a:spcAft>
      <a:buClr>
        <a:schemeClr val="bg2"/>
      </a:buClr>
      <a:buFont typeface="+mj-lt"/>
      <a:buAutoNum type="arabicPeriod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8000" indent="-144000" algn="l" defTabSz="975299" rtl="0" eaLnBrk="1" latinLnBrk="0" hangingPunct="1">
      <a:spcBef>
        <a:spcPts val="0"/>
      </a:spcBef>
      <a:spcAft>
        <a:spcPts val="400"/>
      </a:spcAft>
      <a:buClr>
        <a:schemeClr val="bg2"/>
      </a:buClr>
      <a:buFont typeface="+mj-lt"/>
      <a:buAutoNum type="alphaLcPeriod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0" algn="l" defTabSz="975299" rtl="0" eaLnBrk="1" latinLnBrk="0" hangingPunct="1">
      <a:spcBef>
        <a:spcPts val="400"/>
      </a:spcBef>
      <a:spcAft>
        <a:spcPts val="400"/>
      </a:spcAft>
      <a:defRPr sz="1600" b="1" kern="1200">
        <a:solidFill>
          <a:schemeClr val="bg2"/>
        </a:solidFill>
        <a:latin typeface="+mn-lt"/>
        <a:ea typeface="+mn-ea"/>
        <a:cs typeface="+mn-cs"/>
      </a:defRPr>
    </a:lvl8pPr>
    <a:lvl9pPr marL="0" algn="l" defTabSz="975299" rtl="0" eaLnBrk="1" latinLnBrk="0" hangingPunct="1">
      <a:spcBef>
        <a:spcPts val="400"/>
      </a:spcBef>
      <a:spcAft>
        <a:spcPts val="400"/>
      </a:spcAft>
      <a:defRPr sz="900" kern="1200">
        <a:solidFill>
          <a:schemeClr val="bg1">
            <a:lumMod val="65000"/>
          </a:schemeClr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4164" userDrawn="1">
          <p15:clr>
            <a:srgbClr val="F26B43"/>
          </p15:clr>
        </p15:guide>
        <p15:guide id="2" pos="308" userDrawn="1">
          <p15:clr>
            <a:srgbClr val="F26B43"/>
          </p15:clr>
        </p15:guide>
        <p15:guide id="4" orient="horz" pos="2712" userDrawn="1">
          <p15:clr>
            <a:srgbClr val="F26B43"/>
          </p15:clr>
        </p15:guide>
        <p15:guide id="5" orient="horz" pos="535" userDrawn="1">
          <p15:clr>
            <a:srgbClr val="F26B43"/>
          </p15:clr>
        </p15:guide>
        <p15:guide id="6" orient="horz" pos="287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95300" y="855663"/>
            <a:ext cx="6124575" cy="34448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99DEB01-4F77-4AF1-AA12-BF3F8F2FDE9C}" type="datetime1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C3B6E-A07B-4A28-99D4-6009BE3068BA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3881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95300" y="855663"/>
            <a:ext cx="6124575" cy="3444875"/>
          </a:xfrm>
        </p:spPr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Ergibt Self-Healing System</a:t>
            </a:r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99DEB01-4F77-4AF1-AA12-BF3F8F2FDE9C}" type="datetime1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C3B6E-A07B-4A28-99D4-6009BE3068BA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4066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C7EDA-A145-DBAE-91B1-90A35DE4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ECF1DD6-77B7-BACD-C64E-C001BB3B4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5300" y="855663"/>
            <a:ext cx="6124575" cy="3444875"/>
          </a:xfrm>
        </p:spPr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13029DE-63BB-3E2D-5A16-45E70564E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Ergibt Self-Healing System</a:t>
            </a:r>
          </a:p>
        </p:txBody>
      </p:sp>
      <p:sp>
        <p:nvSpPr>
          <p:cNvPr id="4" name="Kopfzeilenplatzhalter 3">
            <a:extLst>
              <a:ext uri="{FF2B5EF4-FFF2-40B4-BE49-F238E27FC236}">
                <a16:creationId xmlns:a16="http://schemas.microsoft.com/office/drawing/2014/main" id="{7688D03E-8E12-65A9-6084-F2AB9BFDD09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3F90E1-C170-2F94-698C-A738DB83269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99DEB01-4F77-4AF1-AA12-BF3F8F2FDE9C}" type="datetime1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C0D3599-3CB5-1F7E-82AC-240D7BBEB0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44B8A2-5170-235A-1B4B-59D54BE1C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C3B6E-A07B-4A28-99D4-6009BE3068BA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259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ild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8">
            <a:extLst>
              <a:ext uri="{FF2B5EF4-FFF2-40B4-BE49-F238E27FC236}">
                <a16:creationId xmlns:a16="http://schemas.microsoft.com/office/drawing/2014/main" id="{B2C0AAE8-22B0-45FC-84B9-7BEEBE3C15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0" y="0"/>
            <a:ext cx="13004800" cy="73152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bIns="223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wählen Sie den Platzhalter an </a:t>
            </a:r>
            <a:br>
              <a:rPr lang="de-DE" dirty="0"/>
            </a:br>
            <a:r>
              <a:rPr lang="de-DE" dirty="0"/>
              <a:t>und klicken Sie einfügen.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3C2D4733-5B9B-4698-978B-66355EC3BE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85826" y="2289175"/>
            <a:ext cx="5184774" cy="2160588"/>
          </a:xfrm>
        </p:spPr>
        <p:txBody>
          <a:bodyPr tIns="0" anchor="b" anchorCtr="0"/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de-DE" sz="4000" dirty="0"/>
              <a:t>Ein Titel der </a:t>
            </a:r>
            <a:br>
              <a:rPr lang="de-DE" sz="4000" dirty="0"/>
            </a:br>
            <a:r>
              <a:rPr lang="de-DE" sz="4000" dirty="0"/>
              <a:t>über drei Zeilen </a:t>
            </a:r>
            <a:br>
              <a:rPr lang="de-DE" sz="4000" dirty="0"/>
            </a:br>
            <a:r>
              <a:rPr lang="de-DE" sz="4000" dirty="0"/>
              <a:t>laufen kann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85825" y="4881563"/>
            <a:ext cx="3455988" cy="288000"/>
          </a:xfrm>
        </p:spPr>
        <p:txBody>
          <a:bodyPr wrap="none">
            <a:noAutofit/>
          </a:bodyPr>
          <a:lstStyle>
            <a:lvl1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1pPr>
            <a:lvl2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2pPr>
            <a:lvl3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3pPr>
            <a:lvl4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4pPr>
            <a:lvl5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5pPr>
            <a:lvl6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6pPr>
            <a:lvl7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7pPr>
            <a:lvl8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342DDCB-E836-4239-BE0F-2A6BFA58FB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85824" y="5169563"/>
            <a:ext cx="3455988" cy="288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Abteilung/Team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542F90-2CEE-4831-B728-AA0F3624C375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>
          <a:xfrm>
            <a:off x="885824" y="5532121"/>
            <a:ext cx="3455988" cy="273050"/>
          </a:xfrm>
        </p:spPr>
        <p:txBody>
          <a:bodyPr/>
          <a:lstStyle>
            <a:lvl1pPr algn="l">
              <a:defRPr sz="1600">
                <a:solidFill>
                  <a:schemeClr val="tx1"/>
                </a:solidFill>
              </a:defRPr>
            </a:lvl1pPr>
            <a:lvl2pPr marL="0" indent="0">
              <a:defRPr sz="1600"/>
            </a:lvl2pPr>
            <a:lvl3pPr marL="0">
              <a:defRPr sz="1600"/>
            </a:lvl3pPr>
            <a:lvl4pPr marL="0">
              <a:defRPr sz="1600"/>
            </a:lvl4pPr>
            <a:lvl5pPr marL="0">
              <a:defRPr sz="1600"/>
            </a:lvl5pPr>
            <a:lvl6pPr marL="0">
              <a:defRPr sz="1600"/>
            </a:lvl6pPr>
            <a:lvl7pPr marL="0">
              <a:defRPr sz="1600"/>
            </a:lvl7pPr>
            <a:lvl8pPr marL="0">
              <a:defRPr sz="1600"/>
            </a:lvl8pPr>
            <a:lvl9pPr marL="0">
              <a:defRPr sz="1600"/>
            </a:lvl9pPr>
          </a:lstStyle>
          <a:p>
            <a:fld id="{1F0B7797-44F3-4BA7-936F-21F59F931ACC}" type="datetime1">
              <a:rPr lang="de-DE" smtClean="0"/>
              <a:t>10.06.2026</a:t>
            </a:fld>
            <a:endParaRPr lang="de-DE" dirty="0"/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10CC144B-93DE-44E1-A85E-79D8DB863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85824" y="5805171"/>
            <a:ext cx="3455988" cy="288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Version XYZ (Optional)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220A251-B43F-418B-882D-89E8B5CE8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>
          <a:xfrm>
            <a:off x="454026" y="7330150"/>
            <a:ext cx="4319588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20CD048-1678-4BBC-B4C6-00BA16800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>
          <a:xfrm>
            <a:off x="11687175" y="7330150"/>
            <a:ext cx="863600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SmartArt-Platzhalter 15">
            <a:extLst>
              <a:ext uri="{FF2B5EF4-FFF2-40B4-BE49-F238E27FC236}">
                <a16:creationId xmlns:a16="http://schemas.microsoft.com/office/drawing/2014/main" id="{0556F2A0-576E-46D2-8824-30B44EF57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885825" y="994748"/>
            <a:ext cx="1085850" cy="1070493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467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5874699E-5303-426C-AFA1-7BA2A2FB1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3004800" cy="7315200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egoe UI" panose="020B0502040204020203" pitchFamily="34" charset="0"/>
            </a:endParaRP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54026" y="7315200"/>
            <a:ext cx="4319588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DATEV eG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687175" y="7315200"/>
            <a:ext cx="863600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9E4484B0-31C7-4A90-A58D-4E08826C1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85825" y="994748"/>
            <a:ext cx="1085850" cy="1070493"/>
            <a:chOff x="1648" y="-1"/>
            <a:chExt cx="4384" cy="4322"/>
          </a:xfrm>
          <a:solidFill>
            <a:schemeClr val="bg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7EEA6C25-C8B1-4B56-A0AB-E13668212477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52" y="3320"/>
              <a:ext cx="4380" cy="1001"/>
            </a:xfrm>
            <a:custGeom>
              <a:avLst/>
              <a:gdLst>
                <a:gd name="T0" fmla="*/ 211 w 4466"/>
                <a:gd name="T1" fmla="*/ 848 h 1020"/>
                <a:gd name="T2" fmla="*/ 329 w 4466"/>
                <a:gd name="T3" fmla="*/ 848 h 1020"/>
                <a:gd name="T4" fmla="*/ 667 w 4466"/>
                <a:gd name="T5" fmla="*/ 510 h 1020"/>
                <a:gd name="T6" fmla="*/ 384 w 4466"/>
                <a:gd name="T7" fmla="*/ 173 h 1020"/>
                <a:gd name="T8" fmla="*/ 211 w 4466"/>
                <a:gd name="T9" fmla="*/ 173 h 1020"/>
                <a:gd name="T10" fmla="*/ 211 w 4466"/>
                <a:gd name="T11" fmla="*/ 848 h 1020"/>
                <a:gd name="T12" fmla="*/ 0 w 4466"/>
                <a:gd name="T13" fmla="*/ 0 h 1020"/>
                <a:gd name="T14" fmla="*/ 400 w 4466"/>
                <a:gd name="T15" fmla="*/ 0 h 1020"/>
                <a:gd name="T16" fmla="*/ 879 w 4466"/>
                <a:gd name="T17" fmla="*/ 518 h 1020"/>
                <a:gd name="T18" fmla="*/ 368 w 4466"/>
                <a:gd name="T19" fmla="*/ 1020 h 1020"/>
                <a:gd name="T20" fmla="*/ 0 w 4466"/>
                <a:gd name="T21" fmla="*/ 1020 h 1020"/>
                <a:gd name="T22" fmla="*/ 0 w 4466"/>
                <a:gd name="T23" fmla="*/ 0 h 1020"/>
                <a:gd name="T24" fmla="*/ 2692 w 4466"/>
                <a:gd name="T25" fmla="*/ 0 h 1020"/>
                <a:gd name="T26" fmla="*/ 3375 w 4466"/>
                <a:gd name="T27" fmla="*/ 0 h 1020"/>
                <a:gd name="T28" fmla="*/ 3375 w 4466"/>
                <a:gd name="T29" fmla="*/ 173 h 1020"/>
                <a:gd name="T30" fmla="*/ 2911 w 4466"/>
                <a:gd name="T31" fmla="*/ 173 h 1020"/>
                <a:gd name="T32" fmla="*/ 2911 w 4466"/>
                <a:gd name="T33" fmla="*/ 400 h 1020"/>
                <a:gd name="T34" fmla="*/ 3343 w 4466"/>
                <a:gd name="T35" fmla="*/ 400 h 1020"/>
                <a:gd name="T36" fmla="*/ 3343 w 4466"/>
                <a:gd name="T37" fmla="*/ 573 h 1020"/>
                <a:gd name="T38" fmla="*/ 2911 w 4466"/>
                <a:gd name="T39" fmla="*/ 573 h 1020"/>
                <a:gd name="T40" fmla="*/ 2911 w 4466"/>
                <a:gd name="T41" fmla="*/ 856 h 1020"/>
                <a:gd name="T42" fmla="*/ 3398 w 4466"/>
                <a:gd name="T43" fmla="*/ 856 h 1020"/>
                <a:gd name="T44" fmla="*/ 3398 w 4466"/>
                <a:gd name="T45" fmla="*/ 1020 h 1020"/>
                <a:gd name="T46" fmla="*/ 2692 w 4466"/>
                <a:gd name="T47" fmla="*/ 1020 h 1020"/>
                <a:gd name="T48" fmla="*/ 2692 w 4466"/>
                <a:gd name="T49" fmla="*/ 0 h 1020"/>
                <a:gd name="T50" fmla="*/ 1334 w 4466"/>
                <a:gd name="T51" fmla="*/ 1020 h 1020"/>
                <a:gd name="T52" fmla="*/ 1334 w 4466"/>
                <a:gd name="T53" fmla="*/ 856 h 1020"/>
                <a:gd name="T54" fmla="*/ 1616 w 4466"/>
                <a:gd name="T55" fmla="*/ 856 h 1020"/>
                <a:gd name="T56" fmla="*/ 1365 w 4466"/>
                <a:gd name="T57" fmla="*/ 212 h 1020"/>
                <a:gd name="T58" fmla="*/ 1059 w 4466"/>
                <a:gd name="T59" fmla="*/ 1020 h 1020"/>
                <a:gd name="T60" fmla="*/ 839 w 4466"/>
                <a:gd name="T61" fmla="*/ 1020 h 1020"/>
                <a:gd name="T62" fmla="*/ 1232 w 4466"/>
                <a:gd name="T63" fmla="*/ 0 h 1020"/>
                <a:gd name="T64" fmla="*/ 1499 w 4466"/>
                <a:gd name="T65" fmla="*/ 0 h 1020"/>
                <a:gd name="T66" fmla="*/ 1899 w 4466"/>
                <a:gd name="T67" fmla="*/ 1020 h 1020"/>
                <a:gd name="T68" fmla="*/ 1334 w 4466"/>
                <a:gd name="T69" fmla="*/ 1020 h 1020"/>
                <a:gd name="T70" fmla="*/ 1726 w 4466"/>
                <a:gd name="T71" fmla="*/ 173 h 1020"/>
                <a:gd name="T72" fmla="*/ 1726 w 4466"/>
                <a:gd name="T73" fmla="*/ 0 h 1020"/>
                <a:gd name="T74" fmla="*/ 2605 w 4466"/>
                <a:gd name="T75" fmla="*/ 0 h 1020"/>
                <a:gd name="T76" fmla="*/ 2605 w 4466"/>
                <a:gd name="T77" fmla="*/ 173 h 1020"/>
                <a:gd name="T78" fmla="*/ 2284 w 4466"/>
                <a:gd name="T79" fmla="*/ 173 h 1020"/>
                <a:gd name="T80" fmla="*/ 2284 w 4466"/>
                <a:gd name="T81" fmla="*/ 1020 h 1020"/>
                <a:gd name="T82" fmla="*/ 2056 w 4466"/>
                <a:gd name="T83" fmla="*/ 1020 h 1020"/>
                <a:gd name="T84" fmla="*/ 2056 w 4466"/>
                <a:gd name="T85" fmla="*/ 173 h 1020"/>
                <a:gd name="T86" fmla="*/ 1726 w 4466"/>
                <a:gd name="T87" fmla="*/ 173 h 1020"/>
                <a:gd name="T88" fmla="*/ 3924 w 4466"/>
                <a:gd name="T89" fmla="*/ 0 h 1020"/>
                <a:gd name="T90" fmla="*/ 3924 w 4466"/>
                <a:gd name="T91" fmla="*/ 173 h 1020"/>
                <a:gd name="T92" fmla="*/ 4183 w 4466"/>
                <a:gd name="T93" fmla="*/ 173 h 1020"/>
                <a:gd name="T94" fmla="*/ 3948 w 4466"/>
                <a:gd name="T95" fmla="*/ 793 h 1020"/>
                <a:gd name="T96" fmla="*/ 3657 w 4466"/>
                <a:gd name="T97" fmla="*/ 0 h 1020"/>
                <a:gd name="T98" fmla="*/ 3429 w 4466"/>
                <a:gd name="T99" fmla="*/ 0 h 1020"/>
                <a:gd name="T100" fmla="*/ 3830 w 4466"/>
                <a:gd name="T101" fmla="*/ 1020 h 1020"/>
                <a:gd name="T102" fmla="*/ 4073 w 4466"/>
                <a:gd name="T103" fmla="*/ 1020 h 1020"/>
                <a:gd name="T104" fmla="*/ 4466 w 4466"/>
                <a:gd name="T105" fmla="*/ 0 h 1020"/>
                <a:gd name="T106" fmla="*/ 3924 w 4466"/>
                <a:gd name="T10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66" h="1020">
                  <a:moveTo>
                    <a:pt x="211" y="848"/>
                  </a:moveTo>
                  <a:cubicBezTo>
                    <a:pt x="329" y="848"/>
                    <a:pt x="329" y="848"/>
                    <a:pt x="329" y="848"/>
                  </a:cubicBezTo>
                  <a:cubicBezTo>
                    <a:pt x="510" y="848"/>
                    <a:pt x="659" y="730"/>
                    <a:pt x="667" y="510"/>
                  </a:cubicBezTo>
                  <a:cubicBezTo>
                    <a:pt x="675" y="298"/>
                    <a:pt x="557" y="173"/>
                    <a:pt x="384" y="173"/>
                  </a:cubicBezTo>
                  <a:cubicBezTo>
                    <a:pt x="211" y="173"/>
                    <a:pt x="211" y="173"/>
                    <a:pt x="211" y="173"/>
                  </a:cubicBezTo>
                  <a:cubicBezTo>
                    <a:pt x="211" y="848"/>
                    <a:pt x="211" y="848"/>
                    <a:pt x="211" y="848"/>
                  </a:cubicBezTo>
                  <a:close/>
                  <a:moveTo>
                    <a:pt x="0" y="0"/>
                  </a:moveTo>
                  <a:cubicBezTo>
                    <a:pt x="400" y="0"/>
                    <a:pt x="400" y="0"/>
                    <a:pt x="400" y="0"/>
                  </a:cubicBezTo>
                  <a:cubicBezTo>
                    <a:pt x="675" y="0"/>
                    <a:pt x="871" y="204"/>
                    <a:pt x="879" y="518"/>
                  </a:cubicBezTo>
                  <a:cubicBezTo>
                    <a:pt x="879" y="801"/>
                    <a:pt x="643" y="1020"/>
                    <a:pt x="368" y="1020"/>
                  </a:cubicBezTo>
                  <a:cubicBezTo>
                    <a:pt x="0" y="1020"/>
                    <a:pt x="0" y="1020"/>
                    <a:pt x="0" y="102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92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173"/>
                    <a:pt x="3375" y="173"/>
                    <a:pt x="3375" y="173"/>
                  </a:cubicBezTo>
                  <a:cubicBezTo>
                    <a:pt x="2911" y="173"/>
                    <a:pt x="2911" y="173"/>
                    <a:pt x="2911" y="173"/>
                  </a:cubicBezTo>
                  <a:cubicBezTo>
                    <a:pt x="2911" y="400"/>
                    <a:pt x="2911" y="400"/>
                    <a:pt x="2911" y="400"/>
                  </a:cubicBezTo>
                  <a:cubicBezTo>
                    <a:pt x="3343" y="400"/>
                    <a:pt x="3343" y="400"/>
                    <a:pt x="3343" y="400"/>
                  </a:cubicBezTo>
                  <a:cubicBezTo>
                    <a:pt x="3343" y="573"/>
                    <a:pt x="3343" y="573"/>
                    <a:pt x="3343" y="573"/>
                  </a:cubicBezTo>
                  <a:cubicBezTo>
                    <a:pt x="2911" y="573"/>
                    <a:pt x="2911" y="573"/>
                    <a:pt x="2911" y="573"/>
                  </a:cubicBezTo>
                  <a:cubicBezTo>
                    <a:pt x="2911" y="856"/>
                    <a:pt x="2911" y="856"/>
                    <a:pt x="2911" y="856"/>
                  </a:cubicBezTo>
                  <a:cubicBezTo>
                    <a:pt x="3398" y="856"/>
                    <a:pt x="3398" y="856"/>
                    <a:pt x="3398" y="856"/>
                  </a:cubicBezTo>
                  <a:cubicBezTo>
                    <a:pt x="3398" y="1020"/>
                    <a:pt x="3398" y="1020"/>
                    <a:pt x="3398" y="1020"/>
                  </a:cubicBezTo>
                  <a:cubicBezTo>
                    <a:pt x="2692" y="1020"/>
                    <a:pt x="2692" y="1020"/>
                    <a:pt x="2692" y="1020"/>
                  </a:cubicBezTo>
                  <a:cubicBezTo>
                    <a:pt x="2692" y="0"/>
                    <a:pt x="2692" y="0"/>
                    <a:pt x="2692" y="0"/>
                  </a:cubicBezTo>
                  <a:close/>
                  <a:moveTo>
                    <a:pt x="1334" y="1020"/>
                  </a:moveTo>
                  <a:cubicBezTo>
                    <a:pt x="1334" y="856"/>
                    <a:pt x="1334" y="856"/>
                    <a:pt x="1334" y="856"/>
                  </a:cubicBezTo>
                  <a:cubicBezTo>
                    <a:pt x="1616" y="856"/>
                    <a:pt x="1616" y="856"/>
                    <a:pt x="1616" y="856"/>
                  </a:cubicBezTo>
                  <a:cubicBezTo>
                    <a:pt x="1365" y="212"/>
                    <a:pt x="1365" y="212"/>
                    <a:pt x="1365" y="212"/>
                  </a:cubicBezTo>
                  <a:cubicBezTo>
                    <a:pt x="1059" y="1020"/>
                    <a:pt x="1059" y="1020"/>
                    <a:pt x="1059" y="1020"/>
                  </a:cubicBezTo>
                  <a:cubicBezTo>
                    <a:pt x="839" y="1020"/>
                    <a:pt x="839" y="1020"/>
                    <a:pt x="839" y="1020"/>
                  </a:cubicBezTo>
                  <a:cubicBezTo>
                    <a:pt x="1232" y="0"/>
                    <a:pt x="1232" y="0"/>
                    <a:pt x="1232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899" y="1020"/>
                    <a:pt x="1899" y="1020"/>
                    <a:pt x="1899" y="1020"/>
                  </a:cubicBezTo>
                  <a:cubicBezTo>
                    <a:pt x="1334" y="1020"/>
                    <a:pt x="1334" y="1020"/>
                    <a:pt x="1334" y="1020"/>
                  </a:cubicBezTo>
                  <a:close/>
                  <a:moveTo>
                    <a:pt x="1726" y="173"/>
                  </a:moveTo>
                  <a:cubicBezTo>
                    <a:pt x="1726" y="0"/>
                    <a:pt x="1726" y="0"/>
                    <a:pt x="1726" y="0"/>
                  </a:cubicBezTo>
                  <a:cubicBezTo>
                    <a:pt x="2605" y="0"/>
                    <a:pt x="2605" y="0"/>
                    <a:pt x="2605" y="0"/>
                  </a:cubicBezTo>
                  <a:cubicBezTo>
                    <a:pt x="2605" y="173"/>
                    <a:pt x="2605" y="173"/>
                    <a:pt x="2605" y="173"/>
                  </a:cubicBezTo>
                  <a:cubicBezTo>
                    <a:pt x="2284" y="173"/>
                    <a:pt x="2284" y="173"/>
                    <a:pt x="2284" y="173"/>
                  </a:cubicBezTo>
                  <a:cubicBezTo>
                    <a:pt x="2284" y="1020"/>
                    <a:pt x="2284" y="1020"/>
                    <a:pt x="2284" y="1020"/>
                  </a:cubicBezTo>
                  <a:cubicBezTo>
                    <a:pt x="2056" y="1020"/>
                    <a:pt x="2056" y="1020"/>
                    <a:pt x="2056" y="1020"/>
                  </a:cubicBezTo>
                  <a:cubicBezTo>
                    <a:pt x="2056" y="173"/>
                    <a:pt x="2056" y="173"/>
                    <a:pt x="2056" y="173"/>
                  </a:cubicBezTo>
                  <a:cubicBezTo>
                    <a:pt x="1726" y="173"/>
                    <a:pt x="1726" y="173"/>
                    <a:pt x="1726" y="173"/>
                  </a:cubicBezTo>
                  <a:close/>
                  <a:moveTo>
                    <a:pt x="3924" y="0"/>
                  </a:moveTo>
                  <a:cubicBezTo>
                    <a:pt x="3924" y="173"/>
                    <a:pt x="3924" y="173"/>
                    <a:pt x="3924" y="173"/>
                  </a:cubicBezTo>
                  <a:cubicBezTo>
                    <a:pt x="4183" y="173"/>
                    <a:pt x="4183" y="173"/>
                    <a:pt x="4183" y="173"/>
                  </a:cubicBezTo>
                  <a:cubicBezTo>
                    <a:pt x="3948" y="793"/>
                    <a:pt x="3948" y="793"/>
                    <a:pt x="3948" y="793"/>
                  </a:cubicBezTo>
                  <a:cubicBezTo>
                    <a:pt x="3657" y="0"/>
                    <a:pt x="3657" y="0"/>
                    <a:pt x="3657" y="0"/>
                  </a:cubicBezTo>
                  <a:cubicBezTo>
                    <a:pt x="3429" y="0"/>
                    <a:pt x="3429" y="0"/>
                    <a:pt x="3429" y="0"/>
                  </a:cubicBezTo>
                  <a:cubicBezTo>
                    <a:pt x="3830" y="1020"/>
                    <a:pt x="3830" y="1020"/>
                    <a:pt x="3830" y="1020"/>
                  </a:cubicBezTo>
                  <a:cubicBezTo>
                    <a:pt x="4073" y="1020"/>
                    <a:pt x="4073" y="1020"/>
                    <a:pt x="4073" y="1020"/>
                  </a:cubicBezTo>
                  <a:cubicBezTo>
                    <a:pt x="4466" y="0"/>
                    <a:pt x="4466" y="0"/>
                    <a:pt x="4466" y="0"/>
                  </a:cubicBezTo>
                  <a:cubicBezTo>
                    <a:pt x="3924" y="0"/>
                    <a:pt x="3924" y="0"/>
                    <a:pt x="39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2048" dirty="0">
                <a:latin typeface="Segoe UI" panose="020B0502040204020203" pitchFamily="34" charset="0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7ECBDA0-D553-4EED-A23A-05B60BEF1423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8" y="-1"/>
              <a:ext cx="4368" cy="3090"/>
            </a:xfrm>
            <a:custGeom>
              <a:avLst/>
              <a:gdLst>
                <a:gd name="T0" fmla="*/ 0 w 4368"/>
                <a:gd name="T1" fmla="*/ 0 h 3090"/>
                <a:gd name="T2" fmla="*/ 4368 w 4368"/>
                <a:gd name="T3" fmla="*/ 0 h 3090"/>
                <a:gd name="T4" fmla="*/ 4368 w 4368"/>
                <a:gd name="T5" fmla="*/ 3090 h 3090"/>
                <a:gd name="T6" fmla="*/ 0 w 4368"/>
                <a:gd name="T7" fmla="*/ 3090 h 3090"/>
                <a:gd name="T8" fmla="*/ 0 w 4368"/>
                <a:gd name="T9" fmla="*/ 0 h 3090"/>
                <a:gd name="T10" fmla="*/ 0 w 4368"/>
                <a:gd name="T11" fmla="*/ 0 h 3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8" h="3090">
                  <a:moveTo>
                    <a:pt x="0" y="0"/>
                  </a:moveTo>
                  <a:lnTo>
                    <a:pt x="4368" y="0"/>
                  </a:lnTo>
                  <a:lnTo>
                    <a:pt x="4368" y="3090"/>
                  </a:lnTo>
                  <a:lnTo>
                    <a:pt x="0" y="30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2048" dirty="0">
                <a:latin typeface="Segoe UI" panose="020B0502040204020203" pitchFamily="34" charset="0"/>
              </a:endParaRPr>
            </a:p>
          </p:txBody>
        </p:sp>
      </p:grpSp>
      <p:sp>
        <p:nvSpPr>
          <p:cNvPr id="7" name="Titel 6">
            <a:extLst>
              <a:ext uri="{FF2B5EF4-FFF2-40B4-BE49-F238E27FC236}">
                <a16:creationId xmlns:a16="http://schemas.microsoft.com/office/drawing/2014/main" id="{3C2D4733-5B9B-4698-978B-66355EC3BE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85825" y="2289175"/>
            <a:ext cx="5616575" cy="2160588"/>
          </a:xfrm>
        </p:spPr>
        <p:txBody>
          <a:bodyPr tIns="0" anchor="b" anchorCtr="0"/>
          <a:lstStyle>
            <a:lvl1pPr>
              <a:defRPr sz="40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  <a:lvl6pPr>
              <a:defRPr sz="4000">
                <a:solidFill>
                  <a:schemeClr val="bg1"/>
                </a:solidFill>
              </a:defRPr>
            </a:lvl6pPr>
            <a:lvl7pPr>
              <a:defRPr sz="4000">
                <a:solidFill>
                  <a:schemeClr val="bg1"/>
                </a:solidFill>
              </a:defRPr>
            </a:lvl7pPr>
            <a:lvl8pPr>
              <a:defRPr sz="4000"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sz="4000" dirty="0"/>
              <a:t>Ein Titel der </a:t>
            </a:r>
            <a:br>
              <a:rPr lang="de-DE" sz="4000" dirty="0"/>
            </a:br>
            <a:r>
              <a:rPr lang="de-DE" sz="4000" dirty="0"/>
              <a:t>über drei Zeilen </a:t>
            </a:r>
            <a:br>
              <a:rPr lang="de-DE" sz="4000" dirty="0"/>
            </a:br>
            <a:r>
              <a:rPr lang="de-DE" sz="4000" dirty="0"/>
              <a:t>laufen kann</a:t>
            </a:r>
            <a:endParaRPr lang="de-DE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CBB13D-0881-40B8-B5A5-BE34FBF42B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885824" y="4881563"/>
            <a:ext cx="5616575" cy="288000"/>
          </a:xfrm>
        </p:spPr>
        <p:txBody>
          <a:bodyPr wrap="none">
            <a:noAutofit/>
          </a:bodyPr>
          <a:lstStyle>
            <a:lvl1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bg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bg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bg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bg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1BD985-D4A6-40BF-93A3-9A2436B55D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85824" y="5169563"/>
            <a:ext cx="5616575" cy="288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Abteilung/Team</a:t>
            </a:r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D06D821A-CCF3-463C-8C19-F9AD6A3F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885825" y="5532121"/>
            <a:ext cx="5616575" cy="273050"/>
          </a:xfrm>
        </p:spPr>
        <p:txBody>
          <a:bodyPr wrap="none">
            <a:noAutofit/>
          </a:bodyPr>
          <a:lstStyle>
            <a:lvl1pPr marL="0" indent="0" algn="l">
              <a:defRPr sz="1600">
                <a:solidFill>
                  <a:schemeClr val="bg1"/>
                </a:solidFill>
              </a:defRPr>
            </a:lvl1pPr>
            <a:lvl2pPr marL="0">
              <a:defRPr sz="1600">
                <a:solidFill>
                  <a:schemeClr val="bg1"/>
                </a:solidFill>
              </a:defRPr>
            </a:lvl2pPr>
            <a:lvl3pPr marL="0">
              <a:defRPr sz="1600">
                <a:solidFill>
                  <a:schemeClr val="bg1"/>
                </a:solidFill>
              </a:defRPr>
            </a:lvl3pPr>
            <a:lvl4pPr marL="0">
              <a:defRPr sz="1600">
                <a:solidFill>
                  <a:schemeClr val="bg1"/>
                </a:solidFill>
              </a:defRPr>
            </a:lvl4pPr>
            <a:lvl5pPr marL="0">
              <a:defRPr sz="1600">
                <a:solidFill>
                  <a:schemeClr val="bg1"/>
                </a:solidFill>
              </a:defRPr>
            </a:lvl5pPr>
            <a:lvl6pPr marL="0">
              <a:defRPr sz="1600">
                <a:solidFill>
                  <a:schemeClr val="bg1"/>
                </a:solidFill>
              </a:defRPr>
            </a:lvl6pPr>
            <a:lvl7pPr marL="0">
              <a:defRPr sz="1600">
                <a:solidFill>
                  <a:schemeClr val="bg1"/>
                </a:solidFill>
              </a:defRPr>
            </a:lvl7pPr>
            <a:lvl8pPr marL="0">
              <a:defRPr sz="1600">
                <a:solidFill>
                  <a:schemeClr val="bg1"/>
                </a:solidFill>
              </a:defRPr>
            </a:lvl8pPr>
            <a:lvl9pPr marL="0">
              <a:defRPr sz="1600">
                <a:solidFill>
                  <a:schemeClr val="bg1"/>
                </a:solidFill>
              </a:defRPr>
            </a:lvl9pPr>
          </a:lstStyle>
          <a:p>
            <a:fld id="{4862FBA7-4A0E-4FDE-8B8A-1CA99CC000C5}" type="datetime1">
              <a:rPr lang="de-DE" smtClean="0"/>
              <a:t>10.06.2026</a:t>
            </a:fld>
            <a:endParaRPr lang="de-DE" dirty="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D2153CA-FF4D-4B2A-A2B1-AB8177608B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85824" y="5805171"/>
            <a:ext cx="5616575" cy="288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Version XYZ (Optional)</a:t>
            </a:r>
          </a:p>
        </p:txBody>
      </p:sp>
    </p:spTree>
    <p:extLst>
      <p:ext uri="{BB962C8B-B14F-4D97-AF65-F5344CB8AC3E}">
        <p14:creationId xmlns:p14="http://schemas.microsoft.com/office/powerpoint/2010/main" val="94303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Störer Bild/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4AB524EA-7A3B-4ED4-BFA0-3E51BF8AA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3004800" cy="7315200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 err="1"/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61D79F31-9552-46BB-9D84-80F01748E2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3004800" cy="7315200"/>
          </a:xfrm>
          <a:custGeom>
            <a:avLst/>
            <a:gdLst>
              <a:gd name="connsiteX0" fmla="*/ 0 w 13004800"/>
              <a:gd name="connsiteY0" fmla="*/ 0 h 7315200"/>
              <a:gd name="connsiteX1" fmla="*/ 13004800 w 13004800"/>
              <a:gd name="connsiteY1" fmla="*/ 0 h 7315200"/>
              <a:gd name="connsiteX2" fmla="*/ 13004800 w 13004800"/>
              <a:gd name="connsiteY2" fmla="*/ 7315200 h 7315200"/>
              <a:gd name="connsiteX3" fmla="*/ 6070600 w 13004800"/>
              <a:gd name="connsiteY3" fmla="*/ 7315200 h 7315200"/>
              <a:gd name="connsiteX4" fmla="*/ 6070600 w 13004800"/>
              <a:gd name="connsiteY4" fmla="*/ 7310881 h 7315200"/>
              <a:gd name="connsiteX5" fmla="*/ 6071418 w 13004800"/>
              <a:gd name="connsiteY5" fmla="*/ 7310881 h 7315200"/>
              <a:gd name="connsiteX6" fmla="*/ 6071418 w 13004800"/>
              <a:gd name="connsiteY6" fmla="*/ 989456 h 7315200"/>
              <a:gd name="connsiteX7" fmla="*/ 885825 w 13004800"/>
              <a:gd name="connsiteY7" fmla="*/ 989456 h 7315200"/>
              <a:gd name="connsiteX8" fmla="*/ 885825 w 13004800"/>
              <a:gd name="connsiteY8" fmla="*/ 4125535 h 7315200"/>
              <a:gd name="connsiteX9" fmla="*/ 885825 w 13004800"/>
              <a:gd name="connsiteY9" fmla="*/ 7310881 h 7315200"/>
              <a:gd name="connsiteX10" fmla="*/ 885825 w 13004800"/>
              <a:gd name="connsiteY10" fmla="*/ 7315200 h 7315200"/>
              <a:gd name="connsiteX11" fmla="*/ 0 w 13004800"/>
              <a:gd name="connsiteY11" fmla="*/ 7315200 h 73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04800" h="7315200">
                <a:moveTo>
                  <a:pt x="0" y="0"/>
                </a:moveTo>
                <a:lnTo>
                  <a:pt x="13004800" y="0"/>
                </a:lnTo>
                <a:lnTo>
                  <a:pt x="13004800" y="7315200"/>
                </a:lnTo>
                <a:lnTo>
                  <a:pt x="6070600" y="7315200"/>
                </a:lnTo>
                <a:lnTo>
                  <a:pt x="6070600" y="7310881"/>
                </a:lnTo>
                <a:lnTo>
                  <a:pt x="6071418" y="7310881"/>
                </a:lnTo>
                <a:lnTo>
                  <a:pt x="6071418" y="989456"/>
                </a:lnTo>
                <a:lnTo>
                  <a:pt x="885825" y="989456"/>
                </a:lnTo>
                <a:lnTo>
                  <a:pt x="885825" y="4125535"/>
                </a:lnTo>
                <a:lnTo>
                  <a:pt x="885825" y="7310881"/>
                </a:lnTo>
                <a:lnTo>
                  <a:pt x="885825" y="7315200"/>
                </a:lnTo>
                <a:lnTo>
                  <a:pt x="0" y="7315200"/>
                </a:lnTo>
                <a:close/>
              </a:path>
            </a:pathLst>
          </a:cu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</p:spPr>
        <p:txBody>
          <a:bodyPr wrap="square" lIns="6948000" tIns="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687175" y="7319518"/>
            <a:ext cx="863600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54026" y="7319518"/>
            <a:ext cx="4319588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3CBBDCD-8A9F-4FE5-9875-E8B2AAAEA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317625" y="3157567"/>
            <a:ext cx="4320381" cy="1723996"/>
          </a:xfrm>
        </p:spPr>
        <p:txBody>
          <a:bodyPr tIns="0" bIns="252000" anchor="b" anchorCtr="0"/>
          <a:lstStyle>
            <a:lvl1pPr>
              <a:defRPr sz="32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1pPr>
            <a:lvl2pPr>
              <a:defRPr sz="32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2pPr>
            <a:lvl3pPr>
              <a:defRPr sz="32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3pPr>
            <a:lvl4pPr>
              <a:defRPr sz="32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4pPr>
            <a:lvl5pPr>
              <a:defRPr sz="32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5pPr>
            <a:lvl6pPr>
              <a:defRPr sz="32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6pPr>
            <a:lvl7pPr>
              <a:defRPr sz="32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7pPr>
            <a:lvl8pPr>
              <a:defRPr sz="32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8pPr>
            <a:lvl9pPr>
              <a:defRPr sz="3200"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9pPr>
          </a:lstStyle>
          <a:p>
            <a:pPr lvl="0"/>
            <a:r>
              <a:rPr lang="de-DE" sz="3200" dirty="0"/>
              <a:t>Ein Titel der </a:t>
            </a:r>
            <a:br>
              <a:rPr lang="de-DE" sz="3200" dirty="0"/>
            </a:br>
            <a:r>
              <a:rPr lang="de-DE" sz="3200" dirty="0"/>
              <a:t>über drei Zeilen laufen kann</a:t>
            </a:r>
            <a:endParaRPr lang="de-DE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9416AD6-0773-47AC-9704-725327AB0F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318418" y="4881563"/>
            <a:ext cx="4320381" cy="2880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1pPr>
            <a:lvl2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2pPr>
            <a:lvl3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3pPr>
            <a:lvl4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4pPr>
            <a:lvl5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5pPr>
            <a:lvl6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6pPr>
            <a:lvl7pPr marL="0" indent="0" algn="l">
              <a:spcBef>
                <a:spcPts val="0"/>
              </a:spcBef>
              <a:spcAft>
                <a:spcPts val="500"/>
              </a:spcAft>
              <a:buNone/>
              <a:defRPr sz="1600" b="1"/>
            </a:lvl7pPr>
            <a:lvl8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500"/>
              </a:spcAft>
              <a:buNone/>
              <a:defRPr sz="16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AA8BA660-1D5F-4EA1-8372-8537D93E89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318418" y="5169563"/>
            <a:ext cx="4320381" cy="288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500"/>
              </a:spcAft>
              <a:buNone/>
              <a:defRPr sz="16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50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500"/>
              </a:spcAft>
              <a:buNone/>
              <a:defRPr sz="16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 defTabSz="975390">
              <a:spcBef>
                <a:spcPts val="427"/>
              </a:spcBef>
              <a:spcAft>
                <a:spcPts val="427"/>
              </a:spcAft>
            </a:pPr>
            <a:r>
              <a:rPr lang="de-DE" sz="1600" b="0" noProof="1">
                <a:solidFill>
                  <a:srgbClr val="000000"/>
                </a:solidFill>
                <a:latin typeface="Segoe UI" panose="020B0502040204020203" pitchFamily="34" charset="0"/>
              </a:rPr>
              <a:t>Abteilung/Team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1CE5444-58EB-4D2D-8519-ABD85530DAD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1318417" y="5532121"/>
            <a:ext cx="4320381" cy="273050"/>
          </a:xfrm>
        </p:spPr>
        <p:txBody>
          <a:bodyPr wrap="none">
            <a:noAutofit/>
          </a:bodyPr>
          <a:lstStyle>
            <a:lvl1pPr marL="0" indent="0" algn="l">
              <a:defRPr sz="1600">
                <a:solidFill>
                  <a:schemeClr val="tx1"/>
                </a:solidFill>
              </a:defRPr>
            </a:lvl1pPr>
            <a:lvl2pPr marL="0">
              <a:defRPr sz="1600"/>
            </a:lvl2pPr>
            <a:lvl3pPr marL="0">
              <a:defRPr sz="1600"/>
            </a:lvl3pPr>
            <a:lvl4pPr marL="0">
              <a:defRPr sz="1600"/>
            </a:lvl4pPr>
            <a:lvl5pPr marL="0">
              <a:defRPr sz="1600"/>
            </a:lvl5pPr>
            <a:lvl6pPr marL="0">
              <a:defRPr sz="1600"/>
            </a:lvl6pPr>
            <a:lvl7pPr marL="0">
              <a:defRPr sz="1600"/>
            </a:lvl7pPr>
            <a:lvl8pPr marL="0">
              <a:defRPr sz="1600"/>
            </a:lvl8pPr>
            <a:lvl9pPr marL="0">
              <a:defRPr sz="1600"/>
            </a:lvl9pPr>
          </a:lstStyle>
          <a:p>
            <a:fld id="{0D9367E3-4D95-44CC-8C30-F12753682985}" type="datetime1">
              <a:rPr lang="de-DE" smtClean="0"/>
              <a:t>10.06.2026</a:t>
            </a:fld>
            <a:endParaRPr lang="de-DE" dirty="0"/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16AFA2F9-3BE8-43F4-99D6-B6597D71A7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318418" y="5805171"/>
            <a:ext cx="4320381" cy="2880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500"/>
              </a:spcAft>
              <a:buNone/>
              <a:defRPr sz="1600" b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50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500"/>
              </a:spcAft>
              <a:buNone/>
              <a:defRPr sz="1600" b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 defTabSz="975390">
              <a:spcBef>
                <a:spcPts val="427"/>
              </a:spcBef>
              <a:spcAft>
                <a:spcPts val="427"/>
              </a:spcAft>
            </a:pPr>
            <a:r>
              <a:rPr lang="de-DE" sz="1600" b="0" noProof="1">
                <a:solidFill>
                  <a:srgbClr val="000000"/>
                </a:solidFill>
                <a:latin typeface="Segoe UI" panose="020B0502040204020203" pitchFamily="34" charset="0"/>
              </a:rPr>
              <a:t>Version XYZ (Optional)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16DCB894-B689-441D-B0A6-4BD306FC5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1317625" y="1425575"/>
            <a:ext cx="1085850" cy="1070493"/>
            <a:chOff x="1648" y="-1"/>
            <a:chExt cx="4384" cy="4322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CD7D9AF-894B-4FF8-A2AF-5EE816931EE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652" y="3320"/>
              <a:ext cx="4380" cy="1001"/>
            </a:xfrm>
            <a:custGeom>
              <a:avLst/>
              <a:gdLst>
                <a:gd name="T0" fmla="*/ 211 w 4466"/>
                <a:gd name="T1" fmla="*/ 848 h 1020"/>
                <a:gd name="T2" fmla="*/ 329 w 4466"/>
                <a:gd name="T3" fmla="*/ 848 h 1020"/>
                <a:gd name="T4" fmla="*/ 667 w 4466"/>
                <a:gd name="T5" fmla="*/ 510 h 1020"/>
                <a:gd name="T6" fmla="*/ 384 w 4466"/>
                <a:gd name="T7" fmla="*/ 173 h 1020"/>
                <a:gd name="T8" fmla="*/ 211 w 4466"/>
                <a:gd name="T9" fmla="*/ 173 h 1020"/>
                <a:gd name="T10" fmla="*/ 211 w 4466"/>
                <a:gd name="T11" fmla="*/ 848 h 1020"/>
                <a:gd name="T12" fmla="*/ 0 w 4466"/>
                <a:gd name="T13" fmla="*/ 0 h 1020"/>
                <a:gd name="T14" fmla="*/ 400 w 4466"/>
                <a:gd name="T15" fmla="*/ 0 h 1020"/>
                <a:gd name="T16" fmla="*/ 879 w 4466"/>
                <a:gd name="T17" fmla="*/ 518 h 1020"/>
                <a:gd name="T18" fmla="*/ 368 w 4466"/>
                <a:gd name="T19" fmla="*/ 1020 h 1020"/>
                <a:gd name="T20" fmla="*/ 0 w 4466"/>
                <a:gd name="T21" fmla="*/ 1020 h 1020"/>
                <a:gd name="T22" fmla="*/ 0 w 4466"/>
                <a:gd name="T23" fmla="*/ 0 h 1020"/>
                <a:gd name="T24" fmla="*/ 2692 w 4466"/>
                <a:gd name="T25" fmla="*/ 0 h 1020"/>
                <a:gd name="T26" fmla="*/ 3375 w 4466"/>
                <a:gd name="T27" fmla="*/ 0 h 1020"/>
                <a:gd name="T28" fmla="*/ 3375 w 4466"/>
                <a:gd name="T29" fmla="*/ 173 h 1020"/>
                <a:gd name="T30" fmla="*/ 2911 w 4466"/>
                <a:gd name="T31" fmla="*/ 173 h 1020"/>
                <a:gd name="T32" fmla="*/ 2911 w 4466"/>
                <a:gd name="T33" fmla="*/ 400 h 1020"/>
                <a:gd name="T34" fmla="*/ 3343 w 4466"/>
                <a:gd name="T35" fmla="*/ 400 h 1020"/>
                <a:gd name="T36" fmla="*/ 3343 w 4466"/>
                <a:gd name="T37" fmla="*/ 573 h 1020"/>
                <a:gd name="T38" fmla="*/ 2911 w 4466"/>
                <a:gd name="T39" fmla="*/ 573 h 1020"/>
                <a:gd name="T40" fmla="*/ 2911 w 4466"/>
                <a:gd name="T41" fmla="*/ 856 h 1020"/>
                <a:gd name="T42" fmla="*/ 3398 w 4466"/>
                <a:gd name="T43" fmla="*/ 856 h 1020"/>
                <a:gd name="T44" fmla="*/ 3398 w 4466"/>
                <a:gd name="T45" fmla="*/ 1020 h 1020"/>
                <a:gd name="T46" fmla="*/ 2692 w 4466"/>
                <a:gd name="T47" fmla="*/ 1020 h 1020"/>
                <a:gd name="T48" fmla="*/ 2692 w 4466"/>
                <a:gd name="T49" fmla="*/ 0 h 1020"/>
                <a:gd name="T50" fmla="*/ 1334 w 4466"/>
                <a:gd name="T51" fmla="*/ 1020 h 1020"/>
                <a:gd name="T52" fmla="*/ 1334 w 4466"/>
                <a:gd name="T53" fmla="*/ 856 h 1020"/>
                <a:gd name="T54" fmla="*/ 1616 w 4466"/>
                <a:gd name="T55" fmla="*/ 856 h 1020"/>
                <a:gd name="T56" fmla="*/ 1365 w 4466"/>
                <a:gd name="T57" fmla="*/ 212 h 1020"/>
                <a:gd name="T58" fmla="*/ 1059 w 4466"/>
                <a:gd name="T59" fmla="*/ 1020 h 1020"/>
                <a:gd name="T60" fmla="*/ 839 w 4466"/>
                <a:gd name="T61" fmla="*/ 1020 h 1020"/>
                <a:gd name="T62" fmla="*/ 1232 w 4466"/>
                <a:gd name="T63" fmla="*/ 0 h 1020"/>
                <a:gd name="T64" fmla="*/ 1499 w 4466"/>
                <a:gd name="T65" fmla="*/ 0 h 1020"/>
                <a:gd name="T66" fmla="*/ 1899 w 4466"/>
                <a:gd name="T67" fmla="*/ 1020 h 1020"/>
                <a:gd name="T68" fmla="*/ 1334 w 4466"/>
                <a:gd name="T69" fmla="*/ 1020 h 1020"/>
                <a:gd name="T70" fmla="*/ 1726 w 4466"/>
                <a:gd name="T71" fmla="*/ 173 h 1020"/>
                <a:gd name="T72" fmla="*/ 1726 w 4466"/>
                <a:gd name="T73" fmla="*/ 0 h 1020"/>
                <a:gd name="T74" fmla="*/ 2605 w 4466"/>
                <a:gd name="T75" fmla="*/ 0 h 1020"/>
                <a:gd name="T76" fmla="*/ 2605 w 4466"/>
                <a:gd name="T77" fmla="*/ 173 h 1020"/>
                <a:gd name="T78" fmla="*/ 2284 w 4466"/>
                <a:gd name="T79" fmla="*/ 173 h 1020"/>
                <a:gd name="T80" fmla="*/ 2284 w 4466"/>
                <a:gd name="T81" fmla="*/ 1020 h 1020"/>
                <a:gd name="T82" fmla="*/ 2056 w 4466"/>
                <a:gd name="T83" fmla="*/ 1020 h 1020"/>
                <a:gd name="T84" fmla="*/ 2056 w 4466"/>
                <a:gd name="T85" fmla="*/ 173 h 1020"/>
                <a:gd name="T86" fmla="*/ 1726 w 4466"/>
                <a:gd name="T87" fmla="*/ 173 h 1020"/>
                <a:gd name="T88" fmla="*/ 3924 w 4466"/>
                <a:gd name="T89" fmla="*/ 0 h 1020"/>
                <a:gd name="T90" fmla="*/ 3924 w 4466"/>
                <a:gd name="T91" fmla="*/ 173 h 1020"/>
                <a:gd name="T92" fmla="*/ 4183 w 4466"/>
                <a:gd name="T93" fmla="*/ 173 h 1020"/>
                <a:gd name="T94" fmla="*/ 3948 w 4466"/>
                <a:gd name="T95" fmla="*/ 793 h 1020"/>
                <a:gd name="T96" fmla="*/ 3657 w 4466"/>
                <a:gd name="T97" fmla="*/ 0 h 1020"/>
                <a:gd name="T98" fmla="*/ 3429 w 4466"/>
                <a:gd name="T99" fmla="*/ 0 h 1020"/>
                <a:gd name="T100" fmla="*/ 3830 w 4466"/>
                <a:gd name="T101" fmla="*/ 1020 h 1020"/>
                <a:gd name="T102" fmla="*/ 4073 w 4466"/>
                <a:gd name="T103" fmla="*/ 1020 h 1020"/>
                <a:gd name="T104" fmla="*/ 4466 w 4466"/>
                <a:gd name="T105" fmla="*/ 0 h 1020"/>
                <a:gd name="T106" fmla="*/ 3924 w 4466"/>
                <a:gd name="T10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66" h="1020">
                  <a:moveTo>
                    <a:pt x="211" y="848"/>
                  </a:moveTo>
                  <a:cubicBezTo>
                    <a:pt x="329" y="848"/>
                    <a:pt x="329" y="848"/>
                    <a:pt x="329" y="848"/>
                  </a:cubicBezTo>
                  <a:cubicBezTo>
                    <a:pt x="510" y="848"/>
                    <a:pt x="659" y="730"/>
                    <a:pt x="667" y="510"/>
                  </a:cubicBezTo>
                  <a:cubicBezTo>
                    <a:pt x="675" y="298"/>
                    <a:pt x="557" y="173"/>
                    <a:pt x="384" y="173"/>
                  </a:cubicBezTo>
                  <a:cubicBezTo>
                    <a:pt x="211" y="173"/>
                    <a:pt x="211" y="173"/>
                    <a:pt x="211" y="173"/>
                  </a:cubicBezTo>
                  <a:cubicBezTo>
                    <a:pt x="211" y="848"/>
                    <a:pt x="211" y="848"/>
                    <a:pt x="211" y="848"/>
                  </a:cubicBezTo>
                  <a:close/>
                  <a:moveTo>
                    <a:pt x="0" y="0"/>
                  </a:moveTo>
                  <a:cubicBezTo>
                    <a:pt x="400" y="0"/>
                    <a:pt x="400" y="0"/>
                    <a:pt x="400" y="0"/>
                  </a:cubicBezTo>
                  <a:cubicBezTo>
                    <a:pt x="675" y="0"/>
                    <a:pt x="871" y="204"/>
                    <a:pt x="879" y="518"/>
                  </a:cubicBezTo>
                  <a:cubicBezTo>
                    <a:pt x="879" y="801"/>
                    <a:pt x="643" y="1020"/>
                    <a:pt x="368" y="1020"/>
                  </a:cubicBezTo>
                  <a:cubicBezTo>
                    <a:pt x="0" y="1020"/>
                    <a:pt x="0" y="1020"/>
                    <a:pt x="0" y="102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92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173"/>
                    <a:pt x="3375" y="173"/>
                    <a:pt x="3375" y="173"/>
                  </a:cubicBezTo>
                  <a:cubicBezTo>
                    <a:pt x="2911" y="173"/>
                    <a:pt x="2911" y="173"/>
                    <a:pt x="2911" y="173"/>
                  </a:cubicBezTo>
                  <a:cubicBezTo>
                    <a:pt x="2911" y="400"/>
                    <a:pt x="2911" y="400"/>
                    <a:pt x="2911" y="400"/>
                  </a:cubicBezTo>
                  <a:cubicBezTo>
                    <a:pt x="3343" y="400"/>
                    <a:pt x="3343" y="400"/>
                    <a:pt x="3343" y="400"/>
                  </a:cubicBezTo>
                  <a:cubicBezTo>
                    <a:pt x="3343" y="573"/>
                    <a:pt x="3343" y="573"/>
                    <a:pt x="3343" y="573"/>
                  </a:cubicBezTo>
                  <a:cubicBezTo>
                    <a:pt x="2911" y="573"/>
                    <a:pt x="2911" y="573"/>
                    <a:pt x="2911" y="573"/>
                  </a:cubicBezTo>
                  <a:cubicBezTo>
                    <a:pt x="2911" y="856"/>
                    <a:pt x="2911" y="856"/>
                    <a:pt x="2911" y="856"/>
                  </a:cubicBezTo>
                  <a:cubicBezTo>
                    <a:pt x="3398" y="856"/>
                    <a:pt x="3398" y="856"/>
                    <a:pt x="3398" y="856"/>
                  </a:cubicBezTo>
                  <a:cubicBezTo>
                    <a:pt x="3398" y="1020"/>
                    <a:pt x="3398" y="1020"/>
                    <a:pt x="3398" y="1020"/>
                  </a:cubicBezTo>
                  <a:cubicBezTo>
                    <a:pt x="2692" y="1020"/>
                    <a:pt x="2692" y="1020"/>
                    <a:pt x="2692" y="1020"/>
                  </a:cubicBezTo>
                  <a:cubicBezTo>
                    <a:pt x="2692" y="0"/>
                    <a:pt x="2692" y="0"/>
                    <a:pt x="2692" y="0"/>
                  </a:cubicBezTo>
                  <a:close/>
                  <a:moveTo>
                    <a:pt x="1334" y="1020"/>
                  </a:moveTo>
                  <a:cubicBezTo>
                    <a:pt x="1334" y="856"/>
                    <a:pt x="1334" y="856"/>
                    <a:pt x="1334" y="856"/>
                  </a:cubicBezTo>
                  <a:cubicBezTo>
                    <a:pt x="1616" y="856"/>
                    <a:pt x="1616" y="856"/>
                    <a:pt x="1616" y="856"/>
                  </a:cubicBezTo>
                  <a:cubicBezTo>
                    <a:pt x="1365" y="212"/>
                    <a:pt x="1365" y="212"/>
                    <a:pt x="1365" y="212"/>
                  </a:cubicBezTo>
                  <a:cubicBezTo>
                    <a:pt x="1059" y="1020"/>
                    <a:pt x="1059" y="1020"/>
                    <a:pt x="1059" y="1020"/>
                  </a:cubicBezTo>
                  <a:cubicBezTo>
                    <a:pt x="839" y="1020"/>
                    <a:pt x="839" y="1020"/>
                    <a:pt x="839" y="1020"/>
                  </a:cubicBezTo>
                  <a:cubicBezTo>
                    <a:pt x="1232" y="0"/>
                    <a:pt x="1232" y="0"/>
                    <a:pt x="1232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899" y="1020"/>
                    <a:pt x="1899" y="1020"/>
                    <a:pt x="1899" y="1020"/>
                  </a:cubicBezTo>
                  <a:cubicBezTo>
                    <a:pt x="1334" y="1020"/>
                    <a:pt x="1334" y="1020"/>
                    <a:pt x="1334" y="1020"/>
                  </a:cubicBezTo>
                  <a:close/>
                  <a:moveTo>
                    <a:pt x="1726" y="173"/>
                  </a:moveTo>
                  <a:cubicBezTo>
                    <a:pt x="1726" y="0"/>
                    <a:pt x="1726" y="0"/>
                    <a:pt x="1726" y="0"/>
                  </a:cubicBezTo>
                  <a:cubicBezTo>
                    <a:pt x="2605" y="0"/>
                    <a:pt x="2605" y="0"/>
                    <a:pt x="2605" y="0"/>
                  </a:cubicBezTo>
                  <a:cubicBezTo>
                    <a:pt x="2605" y="173"/>
                    <a:pt x="2605" y="173"/>
                    <a:pt x="2605" y="173"/>
                  </a:cubicBezTo>
                  <a:cubicBezTo>
                    <a:pt x="2284" y="173"/>
                    <a:pt x="2284" y="173"/>
                    <a:pt x="2284" y="173"/>
                  </a:cubicBezTo>
                  <a:cubicBezTo>
                    <a:pt x="2284" y="1020"/>
                    <a:pt x="2284" y="1020"/>
                    <a:pt x="2284" y="1020"/>
                  </a:cubicBezTo>
                  <a:cubicBezTo>
                    <a:pt x="2056" y="1020"/>
                    <a:pt x="2056" y="1020"/>
                    <a:pt x="2056" y="1020"/>
                  </a:cubicBezTo>
                  <a:cubicBezTo>
                    <a:pt x="2056" y="173"/>
                    <a:pt x="2056" y="173"/>
                    <a:pt x="2056" y="173"/>
                  </a:cubicBezTo>
                  <a:cubicBezTo>
                    <a:pt x="1726" y="173"/>
                    <a:pt x="1726" y="173"/>
                    <a:pt x="1726" y="173"/>
                  </a:cubicBezTo>
                  <a:close/>
                  <a:moveTo>
                    <a:pt x="3924" y="0"/>
                  </a:moveTo>
                  <a:cubicBezTo>
                    <a:pt x="3924" y="173"/>
                    <a:pt x="3924" y="173"/>
                    <a:pt x="3924" y="173"/>
                  </a:cubicBezTo>
                  <a:cubicBezTo>
                    <a:pt x="4183" y="173"/>
                    <a:pt x="4183" y="173"/>
                    <a:pt x="4183" y="173"/>
                  </a:cubicBezTo>
                  <a:cubicBezTo>
                    <a:pt x="3948" y="793"/>
                    <a:pt x="3948" y="793"/>
                    <a:pt x="3948" y="793"/>
                  </a:cubicBezTo>
                  <a:cubicBezTo>
                    <a:pt x="3657" y="0"/>
                    <a:pt x="3657" y="0"/>
                    <a:pt x="3657" y="0"/>
                  </a:cubicBezTo>
                  <a:cubicBezTo>
                    <a:pt x="3429" y="0"/>
                    <a:pt x="3429" y="0"/>
                    <a:pt x="3429" y="0"/>
                  </a:cubicBezTo>
                  <a:cubicBezTo>
                    <a:pt x="3830" y="1020"/>
                    <a:pt x="3830" y="1020"/>
                    <a:pt x="3830" y="1020"/>
                  </a:cubicBezTo>
                  <a:cubicBezTo>
                    <a:pt x="4073" y="1020"/>
                    <a:pt x="4073" y="1020"/>
                    <a:pt x="4073" y="1020"/>
                  </a:cubicBezTo>
                  <a:cubicBezTo>
                    <a:pt x="4466" y="0"/>
                    <a:pt x="4466" y="0"/>
                    <a:pt x="4466" y="0"/>
                  </a:cubicBezTo>
                  <a:cubicBezTo>
                    <a:pt x="3924" y="0"/>
                    <a:pt x="3924" y="0"/>
                    <a:pt x="3924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2048" dirty="0">
                <a:latin typeface="Segoe UI" panose="020B0502040204020203" pitchFamily="34" charset="0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AB590657-147A-4C8D-B4F4-0AF5CB5E798E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8" y="-1"/>
              <a:ext cx="4368" cy="3090"/>
            </a:xfrm>
            <a:custGeom>
              <a:avLst/>
              <a:gdLst>
                <a:gd name="T0" fmla="*/ 0 w 4368"/>
                <a:gd name="T1" fmla="*/ 0 h 3090"/>
                <a:gd name="T2" fmla="*/ 4368 w 4368"/>
                <a:gd name="T3" fmla="*/ 0 h 3090"/>
                <a:gd name="T4" fmla="*/ 4368 w 4368"/>
                <a:gd name="T5" fmla="*/ 3090 h 3090"/>
                <a:gd name="T6" fmla="*/ 0 w 4368"/>
                <a:gd name="T7" fmla="*/ 3090 h 3090"/>
                <a:gd name="T8" fmla="*/ 0 w 4368"/>
                <a:gd name="T9" fmla="*/ 0 h 3090"/>
                <a:gd name="T10" fmla="*/ 0 w 4368"/>
                <a:gd name="T11" fmla="*/ 0 h 3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8" h="3090">
                  <a:moveTo>
                    <a:pt x="0" y="0"/>
                  </a:moveTo>
                  <a:lnTo>
                    <a:pt x="4368" y="0"/>
                  </a:lnTo>
                  <a:lnTo>
                    <a:pt x="4368" y="3090"/>
                  </a:lnTo>
                  <a:lnTo>
                    <a:pt x="0" y="30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2048" dirty="0">
                <a:latin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6320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Bild + Rahmen klein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EA42633F-FE92-4619-B2FD-ACEBFDB94EC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-1"/>
            <a:ext cx="13004800" cy="7315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7020000" tIns="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10390191" y="7315200"/>
            <a:ext cx="1296984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1C308F3C-FDE1-4A54-9ADB-DB1CB6E34BC0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54026" y="7315200"/>
            <a:ext cx="4319588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687175" y="7315200"/>
            <a:ext cx="863600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67849F2E-9125-4728-AFC4-61A227BEE9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102112" y="635944"/>
            <a:ext cx="5184000" cy="5184000"/>
          </a:xfrm>
          <a:ln w="438150">
            <a:gradFill>
              <a:gsLst>
                <a:gs pos="15000">
                  <a:schemeClr val="bg2">
                    <a:alpha val="80000"/>
                  </a:schemeClr>
                </a:gs>
                <a:gs pos="100000">
                  <a:schemeClr val="tx2">
                    <a:alpha val="80000"/>
                  </a:schemeClr>
                </a:gs>
              </a:gsLst>
              <a:lin ang="18600000" scaled="0"/>
            </a:gradFill>
            <a:miter lim="800000"/>
          </a:ln>
        </p:spPr>
        <p:txBody>
          <a:bodyPr lIns="648000" tIns="648000" rIns="648000" bIns="648000"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  <a:lvl6pPr>
              <a:defRPr sz="3200">
                <a:solidFill>
                  <a:schemeClr val="bg1"/>
                </a:solidFill>
              </a:defRPr>
            </a:lvl6pPr>
            <a:lvl7pPr>
              <a:defRPr sz="3200">
                <a:solidFill>
                  <a:schemeClr val="bg1"/>
                </a:solidFill>
              </a:defRPr>
            </a:lvl7pPr>
            <a:lvl8pPr>
              <a:defRPr sz="3200">
                <a:solidFill>
                  <a:schemeClr val="bg1"/>
                </a:solidFill>
              </a:defRPr>
            </a:lvl8pPr>
            <a:lvl9pPr>
              <a:defRPr sz="3200">
                <a:solidFill>
                  <a:schemeClr val="bg1"/>
                </a:solidFill>
              </a:defRPr>
            </a:lvl9pPr>
          </a:lstStyle>
          <a:p>
            <a:pPr lvl="8"/>
            <a:r>
              <a:rPr lang="de-DE" sz="3200" noProof="1">
                <a:solidFill>
                  <a:schemeClr val="bg1"/>
                </a:solidFill>
                <a:latin typeface="Compatil DATEV" panose="02060503060505020203" pitchFamily="18" charset="0"/>
              </a:rPr>
              <a:t>Dies ist ein Kapitel-trenner mit einem mehrzeiligen</a:t>
            </a:r>
            <a:br>
              <a:rPr lang="de-DE" sz="3200" noProof="1">
                <a:solidFill>
                  <a:schemeClr val="bg1"/>
                </a:solidFill>
                <a:latin typeface="Compatil DATEV" panose="02060503060505020203" pitchFamily="18" charset="0"/>
              </a:rPr>
            </a:br>
            <a:r>
              <a:rPr lang="de-DE" sz="3200" noProof="1">
                <a:solidFill>
                  <a:schemeClr val="bg1"/>
                </a:solidFill>
                <a:latin typeface="Compatil DATEV" panose="02060503060505020203" pitchFamily="18" charset="0"/>
              </a:rPr>
              <a:t>Folientitel.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92A4D87-921B-4296-AA3B-2C75246BF4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1749425" y="4449763"/>
            <a:ext cx="3889375" cy="863600"/>
          </a:xfrm>
        </p:spPr>
        <p:txBody>
          <a:bodyPr/>
          <a:lstStyle>
            <a:lvl1pPr marL="0" indent="0">
              <a:spcBef>
                <a:spcPts val="500"/>
              </a:spcBef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2pPr>
            <a:lvl3pPr marL="0" indent="0">
              <a:spcBef>
                <a:spcPts val="500"/>
              </a:spcBef>
              <a:buNone/>
              <a:defRPr sz="1600" b="0">
                <a:solidFill>
                  <a:schemeClr val="bg1"/>
                </a:solidFill>
              </a:defRPr>
            </a:lvl3pPr>
            <a:lvl4pPr marL="0" indent="0">
              <a:spcBef>
                <a:spcPts val="500"/>
              </a:spcBef>
              <a:buNone/>
              <a:defRPr sz="1600" b="0">
                <a:solidFill>
                  <a:schemeClr val="bg1"/>
                </a:solidFill>
              </a:defRPr>
            </a:lvl4pPr>
            <a:lvl5pPr marL="0" indent="0">
              <a:spcBef>
                <a:spcPts val="500"/>
              </a:spcBef>
              <a:buNone/>
              <a:defRPr sz="1600" b="0">
                <a:solidFill>
                  <a:schemeClr val="bg1"/>
                </a:solidFill>
              </a:defRPr>
            </a:lvl5pPr>
            <a:lvl6pPr marL="0" indent="0">
              <a:spcBef>
                <a:spcPts val="50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>
              <a:spcBef>
                <a:spcPts val="50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>
              <a:spcBef>
                <a:spcPts val="50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>
              <a:spcBef>
                <a:spcPts val="50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24" name="SmartArt-Platzhalter 15">
            <a:extLst>
              <a:ext uri="{FF2B5EF4-FFF2-40B4-BE49-F238E27FC236}">
                <a16:creationId xmlns:a16="http://schemas.microsoft.com/office/drawing/2014/main" id="{521ACEF8-527C-4325-ADB1-2864EBC8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9971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01177144-A38E-4961-81B7-E7C230F26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3004800" cy="7315200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egoe UI" panose="020B0502040204020203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749426" y="1425575"/>
            <a:ext cx="7777162" cy="2160588"/>
          </a:xfrm>
        </p:spPr>
        <p:txBody>
          <a:bodyPr tIns="0" anchor="b" anchorCtr="0"/>
          <a:lstStyle>
            <a:lvl1pPr>
              <a:defRPr sz="40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  <a:lvl6pPr>
              <a:defRPr sz="4000">
                <a:solidFill>
                  <a:schemeClr val="bg1"/>
                </a:solidFill>
              </a:defRPr>
            </a:lvl6pPr>
            <a:lvl7pPr>
              <a:defRPr sz="4000">
                <a:solidFill>
                  <a:schemeClr val="bg1"/>
                </a:solidFill>
              </a:defRPr>
            </a:lvl7pPr>
            <a:lvl8pPr>
              <a:defRPr sz="4000"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bg1"/>
                </a:solidFill>
              </a:defRPr>
            </a:lvl9pPr>
          </a:lstStyle>
          <a:p>
            <a:pPr defTabSz="975390"/>
            <a:r>
              <a:rPr lang="de-DE" sz="4000" noProof="1">
                <a:solidFill>
                  <a:schemeClr val="bg1"/>
                </a:solidFill>
                <a:latin typeface="Compatil DATEV" panose="02060503060505020203" pitchFamily="18" charset="0"/>
              </a:rPr>
              <a:t>Dies ist ein Kapiteltrenner</a:t>
            </a:r>
            <a:br>
              <a:rPr lang="de-DE" sz="4000" noProof="1">
                <a:solidFill>
                  <a:schemeClr val="bg1"/>
                </a:solidFill>
                <a:latin typeface="Compatil DATEV" panose="02060503060505020203" pitchFamily="18" charset="0"/>
              </a:rPr>
            </a:br>
            <a:r>
              <a:rPr lang="de-DE" sz="4000" noProof="1">
                <a:solidFill>
                  <a:schemeClr val="bg1"/>
                </a:solidFill>
                <a:latin typeface="Compatil DATEV" panose="02060503060505020203" pitchFamily="18" charset="0"/>
              </a:rPr>
              <a:t>mit einem mehrzeiligen</a:t>
            </a:r>
            <a:br>
              <a:rPr lang="de-DE" sz="4000" noProof="1">
                <a:solidFill>
                  <a:schemeClr val="bg1"/>
                </a:solidFill>
                <a:latin typeface="Compatil DATEV" panose="02060503060505020203" pitchFamily="18" charset="0"/>
              </a:rPr>
            </a:br>
            <a:r>
              <a:rPr lang="de-DE" sz="4000" noProof="1">
                <a:solidFill>
                  <a:schemeClr val="bg1"/>
                </a:solidFill>
                <a:latin typeface="Compatil DATEV" panose="02060503060505020203" pitchFamily="18" charset="0"/>
              </a:rPr>
              <a:t>Folientitel.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>
            <a:lvl1pPr>
              <a:defRPr>
                <a:noFill/>
              </a:defRPr>
            </a:lvl1pPr>
          </a:lstStyle>
          <a:p>
            <a:fld id="{82371A5A-2611-4E94-84BE-BDA1BA65628D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FC6CE49-8131-45C4-8208-ABE8558B90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1749425" y="4018756"/>
            <a:ext cx="5184775" cy="8636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2pPr>
            <a:lvl3pPr marL="0" indent="0">
              <a:spcBef>
                <a:spcPts val="50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3pPr>
            <a:lvl4pPr marL="0" indent="0">
              <a:spcBef>
                <a:spcPts val="500"/>
              </a:spcBef>
              <a:buClr>
                <a:schemeClr val="bg1"/>
              </a:buClr>
              <a:buFont typeface="Symbol" panose="05050102010706020507" pitchFamily="18" charset="2"/>
              <a:buNone/>
              <a:defRPr sz="1600" b="0">
                <a:solidFill>
                  <a:schemeClr val="bg1"/>
                </a:solidFill>
              </a:defRPr>
            </a:lvl4pPr>
            <a:lvl5pPr marL="0" indent="0">
              <a:spcBef>
                <a:spcPts val="500"/>
              </a:spcBef>
              <a:buClr>
                <a:schemeClr val="bg1"/>
              </a:buClr>
              <a:buNone/>
              <a:defRPr sz="1600" b="0">
                <a:solidFill>
                  <a:schemeClr val="bg1"/>
                </a:solidFill>
              </a:defRPr>
            </a:lvl5pPr>
            <a:lvl6pPr marL="0" indent="0"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>
              <a:spcBef>
                <a:spcPts val="50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>
              <a:spcBef>
                <a:spcPts val="50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CBA7F203-10DF-4562-8B0F-3661DF1B6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216000" rIns="216000" bIns="216000" rtlCol="0" anchor="t" anchorCtr="0">
            <a:noAutofit/>
          </a:bodyPr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 err="1"/>
          </a:p>
        </p:txBody>
      </p:sp>
    </p:spTree>
    <p:extLst>
      <p:ext uri="{BB962C8B-B14F-4D97-AF65-F5344CB8AC3E}">
        <p14:creationId xmlns:p14="http://schemas.microsoft.com/office/powerpoint/2010/main" val="6435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Aufzählung Verlauf 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01177144-A38E-4961-81B7-E7C230F26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3004800" cy="7315200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egoe UI" panose="020B0502040204020203" pitchFamily="34" charset="0"/>
            </a:endParaRP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FC6CE49-8131-45C4-8208-ABE8558B90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85825" y="1425576"/>
            <a:ext cx="1295399" cy="86360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 b="1">
                <a:solidFill>
                  <a:schemeClr val="bg1">
                    <a:alpha val="3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 b="1">
                <a:solidFill>
                  <a:schemeClr val="bg1">
                    <a:alpha val="30000"/>
                  </a:schemeClr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6000" b="1">
                <a:solidFill>
                  <a:schemeClr val="bg1">
                    <a:alpha val="30000"/>
                  </a:schemeClr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None/>
              <a:defRPr sz="6000" b="1">
                <a:solidFill>
                  <a:schemeClr val="bg1">
                    <a:alpha val="30000"/>
                  </a:schemeClr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6000" b="1">
                <a:solidFill>
                  <a:schemeClr val="bg1">
                    <a:alpha val="30000"/>
                  </a:schemeClr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None/>
              <a:defRPr sz="6000" b="1">
                <a:solidFill>
                  <a:schemeClr val="bg1">
                    <a:alpha val="30000"/>
                  </a:schemeClr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None/>
              <a:defRPr sz="6000" b="1">
                <a:solidFill>
                  <a:schemeClr val="bg1">
                    <a:alpha val="30000"/>
                  </a:schemeClr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 b="1">
                <a:solidFill>
                  <a:schemeClr val="bg1">
                    <a:alpha val="30000"/>
                  </a:schemeClr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 b="1">
                <a:solidFill>
                  <a:schemeClr val="bg1">
                    <a:alpha val="30000"/>
                  </a:schemeClr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01.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181224" y="1425575"/>
            <a:ext cx="9505951" cy="4752976"/>
          </a:xfrm>
        </p:spPr>
        <p:txBody>
          <a:bodyPr tIns="0" anchor="t" anchorCtr="0"/>
          <a:lstStyle>
            <a:lvl1pPr>
              <a:spcAft>
                <a:spcPts val="1200"/>
              </a:spcAft>
              <a:defRPr sz="60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60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defRPr sz="60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60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6000">
                <a:solidFill>
                  <a:schemeClr val="bg1"/>
                </a:solidFill>
              </a:defRPr>
            </a:lvl5pPr>
            <a:lvl6pPr>
              <a:spcAft>
                <a:spcPts val="1200"/>
              </a:spcAft>
              <a:defRPr sz="6000">
                <a:solidFill>
                  <a:schemeClr val="bg1"/>
                </a:solidFill>
              </a:defRPr>
            </a:lvl6pPr>
            <a:lvl7pPr>
              <a:spcAft>
                <a:spcPts val="1200"/>
              </a:spcAft>
              <a:defRPr sz="6000">
                <a:solidFill>
                  <a:schemeClr val="bg1"/>
                </a:solidFill>
              </a:defRPr>
            </a:lvl7pPr>
            <a:lvl8pPr>
              <a:spcAft>
                <a:spcPts val="1200"/>
              </a:spcAft>
              <a:defRPr sz="6000">
                <a:solidFill>
                  <a:schemeClr val="bg1"/>
                </a:solidFill>
              </a:defRPr>
            </a:lvl8pPr>
            <a:lvl9pPr>
              <a:spcAft>
                <a:spcPts val="1200"/>
              </a:spcAft>
              <a:defRPr sz="6000">
                <a:solidFill>
                  <a:schemeClr val="bg1"/>
                </a:solidFill>
              </a:defRPr>
            </a:lvl9pPr>
          </a:lstStyle>
          <a:p>
            <a:pPr marL="0" marR="0" lvl="0" indent="0" algn="l" defTabSz="97539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patil DATEV" panose="02060503060505020203" pitchFamily="18" charset="0"/>
                <a:ea typeface="+mj-ea"/>
                <a:cs typeface="+mj-cs"/>
              </a:rPr>
              <a:t>Dies ist ein Kapitel-</a:t>
            </a:r>
            <a:r>
              <a:rPr kumimoji="0" lang="de-DE" sz="6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patil DATEV" panose="02060503060505020203" pitchFamily="18" charset="0"/>
                <a:ea typeface="+mj-ea"/>
                <a:cs typeface="+mj-cs"/>
              </a:rPr>
              <a:t>trenner</a:t>
            </a:r>
            <a:r>
              <a:rPr kumimoji="0" lang="de-DE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patil DATEV" panose="02060503060505020203" pitchFamily="18" charset="0"/>
                <a:ea typeface="+mj-ea"/>
                <a:cs typeface="+mj-cs"/>
              </a:rPr>
              <a:t>. Die Folie kann aber auch </a:t>
            </a:r>
            <a:r>
              <a:rPr lang="de-DE" sz="6000" dirty="0"/>
              <a:t>als Zitatfolie fungieren.</a:t>
            </a:r>
            <a:br>
              <a:rPr lang="de-DE" sz="6000" dirty="0"/>
            </a:b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noFill/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1A659E20-A0A4-44E7-B8B5-0F57595835C2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noFill/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noFill/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DA14701B-D513-4495-8877-6C65BAB72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216000" rIns="216000" bIns="216000" rtlCol="0" anchor="t" anchorCtr="0">
            <a:noAutofit/>
          </a:bodyPr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 err="1"/>
          </a:p>
        </p:txBody>
      </p:sp>
    </p:spTree>
    <p:extLst>
      <p:ext uri="{BB962C8B-B14F-4D97-AF65-F5344CB8AC3E}">
        <p14:creationId xmlns:p14="http://schemas.microsoft.com/office/powerpoint/2010/main" val="56158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zweispaltig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4025" y="0"/>
            <a:ext cx="8640000" cy="14255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2pPr>
            <a:lvl3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3pPr>
            <a:lvl4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4pPr>
            <a:lvl5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5pPr>
            <a:lvl6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6pPr>
            <a:lvl7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7pPr>
            <a:lvl8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8pPr>
            <a:lvl9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9pPr>
          </a:lstStyle>
          <a:p>
            <a:pPr lvl="0"/>
            <a:r>
              <a:rPr lang="de-DE" dirty="0" err="1"/>
              <a:t>Agendatitel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F4F5FC02-1B1E-4F3D-8908-03FAC9235A04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55010DE-94A0-4DFC-AA6A-9A8EA78CEF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6374" y="1857375"/>
            <a:ext cx="9503813" cy="4320000"/>
          </a:xfrm>
        </p:spPr>
        <p:txBody>
          <a:bodyPr numCol="2" spcCol="864000"/>
          <a:lstStyle>
            <a:lvl1pPr marL="360000" indent="-360000">
              <a:spcBef>
                <a:spcPts val="10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b="1">
                <a:solidFill>
                  <a:schemeClr val="tx1"/>
                </a:solidFill>
              </a:defRPr>
            </a:lvl1pPr>
            <a:lvl2pPr marL="576000" indent="-216000"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b="0">
                <a:solidFill>
                  <a:schemeClr val="tx1"/>
                </a:solidFill>
              </a:defRPr>
            </a:lvl2pPr>
            <a:lvl3pPr marL="792000" indent="-216000"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b="0">
                <a:solidFill>
                  <a:sysClr val="windowText" lastClr="000000"/>
                </a:solidFill>
              </a:defRPr>
            </a:lvl3pPr>
            <a:lvl4pPr marL="576000" indent="0"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None/>
              <a:defRPr sz="1600" b="0">
                <a:solidFill>
                  <a:sysClr val="windowText" lastClr="000000"/>
                </a:solidFill>
              </a:defRPr>
            </a:lvl4pPr>
            <a:lvl5pPr marL="792000" indent="-216000"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b="0">
                <a:solidFill>
                  <a:sysClr val="windowText" lastClr="000000"/>
                </a:solidFill>
              </a:defRPr>
            </a:lvl5pPr>
            <a:lvl6pPr marL="792000" indent="-216000"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b="0">
                <a:solidFill>
                  <a:sysClr val="windowText" lastClr="000000"/>
                </a:solidFill>
              </a:defRPr>
            </a:lvl6pPr>
            <a:lvl7pPr marL="792000" indent="-216000"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b="0">
                <a:solidFill>
                  <a:sysClr val="windowText" lastClr="000000"/>
                </a:solidFill>
              </a:defRPr>
            </a:lvl7pPr>
            <a:lvl8pPr marL="792000" indent="-216000"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b="0">
                <a:solidFill>
                  <a:sysClr val="windowText" lastClr="000000"/>
                </a:solidFill>
              </a:defRPr>
            </a:lvl8pPr>
            <a:lvl9pPr marL="792000" indent="-216000"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b="0">
                <a:solidFill>
                  <a:sysClr val="windowText" lastClr="000000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9" name="SmartArt-Platzhalter 15">
            <a:extLst>
              <a:ext uri="{FF2B5EF4-FFF2-40B4-BE49-F238E27FC236}">
                <a16:creationId xmlns:a16="http://schemas.microsoft.com/office/drawing/2014/main" id="{EE4BBD11-8834-46F6-B165-62758A26E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74835F-3653-43DE-AB8A-55634C8FA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4230264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4025" y="0"/>
            <a:ext cx="8640000" cy="14255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2pPr>
            <a:lvl3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3pPr>
            <a:lvl4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4pPr>
            <a:lvl5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5pPr>
            <a:lvl6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6pPr>
            <a:lvl7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7pPr>
            <a:lvl8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8pPr>
            <a:lvl9pPr>
              <a:defRPr>
                <a:gradFill>
                  <a:gsLst>
                    <a:gs pos="100000">
                      <a:schemeClr val="tx2"/>
                    </a:gs>
                    <a:gs pos="15000">
                      <a:schemeClr val="bg2"/>
                    </a:gs>
                  </a:gsLst>
                  <a:lin ang="18600000" scaled="0"/>
                </a:gradFill>
              </a:defRPr>
            </a:lvl9pPr>
          </a:lstStyle>
          <a:p>
            <a:pPr lvl="0"/>
            <a:r>
              <a:rPr lang="de-DE" dirty="0" err="1"/>
              <a:t>Agendatitel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90924A08-DEF2-4B4A-8E2B-F9A518F3A2C4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72B44FB-FFE7-41B3-A66D-C181C4E19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5" y="1425575"/>
            <a:ext cx="10801350" cy="4752975"/>
          </a:xfrm>
        </p:spPr>
        <p:txBody>
          <a:bodyPr/>
          <a:lstStyle>
            <a:lvl1pPr marL="720000" indent="-720000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4400" b="1">
                <a:solidFill>
                  <a:sysClr val="windowText" lastClr="000000"/>
                </a:solidFill>
                <a:latin typeface="+mj-lt"/>
              </a:defRPr>
            </a:lvl1pPr>
            <a:lvl2pPr marL="720000" indent="-720000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4400" b="1">
                <a:solidFill>
                  <a:sysClr val="windowText" lastClr="000000"/>
                </a:solidFill>
                <a:latin typeface="+mj-lt"/>
              </a:defRPr>
            </a:lvl2pPr>
            <a:lvl3pPr marL="720000" indent="-720000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4400" b="1">
                <a:solidFill>
                  <a:sysClr val="windowText" lastClr="000000"/>
                </a:solidFill>
                <a:latin typeface="+mj-lt"/>
              </a:defRPr>
            </a:lvl3pPr>
            <a:lvl4pPr marL="720000" indent="-720000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4400" b="1">
                <a:solidFill>
                  <a:sysClr val="windowText" lastClr="000000"/>
                </a:solidFill>
                <a:latin typeface="+mj-lt"/>
              </a:defRPr>
            </a:lvl4pPr>
            <a:lvl5pPr marL="720000" indent="-720000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4400" b="1">
                <a:solidFill>
                  <a:sysClr val="windowText" lastClr="000000"/>
                </a:solidFill>
                <a:latin typeface="+mj-lt"/>
              </a:defRPr>
            </a:lvl5pPr>
            <a:lvl6pPr marL="720000" indent="-720000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4400" b="1">
                <a:solidFill>
                  <a:sysClr val="windowText" lastClr="000000"/>
                </a:solidFill>
                <a:latin typeface="+mj-lt"/>
              </a:defRPr>
            </a:lvl6pPr>
            <a:lvl7pPr marL="720000" indent="-720000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4400" b="1">
                <a:solidFill>
                  <a:sysClr val="windowText" lastClr="000000"/>
                </a:solidFill>
                <a:latin typeface="+mj-lt"/>
              </a:defRPr>
            </a:lvl7pPr>
            <a:lvl8pPr marL="720000" indent="-720000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4400" b="1">
                <a:solidFill>
                  <a:sysClr val="windowText" lastClr="000000"/>
                </a:solidFill>
                <a:latin typeface="+mj-lt"/>
              </a:defRPr>
            </a:lvl8pPr>
            <a:lvl9pPr marL="720000" indent="-720000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4400" b="1">
                <a:solidFill>
                  <a:sysClr val="windowText" lastClr="000000"/>
                </a:solidFill>
                <a:latin typeface="+mj-lt"/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922E28C-A082-47F2-B6A8-B106DD7C3B0B}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8" name="SmartArt-Platzhalter 15">
            <a:extLst>
              <a:ext uri="{FF2B5EF4-FFF2-40B4-BE49-F238E27FC236}">
                <a16:creationId xmlns:a16="http://schemas.microsoft.com/office/drawing/2014/main" id="{D346277C-8B35-41E9-BA10-B8DDA2070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832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5" y="0"/>
            <a:ext cx="8640000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468419FE-C435-4F31-B8C8-3E9B582253C0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C65527-1B56-4930-A780-A299C861A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B3E39A9A-74FD-41F7-93DB-18F7E0768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532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8620384-C229-4DBA-BD8E-ACE0B590B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3004800" cy="7042150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Segoe UI" panose="020B0502040204020203" pitchFamily="34" charset="0"/>
            </a:endParaRP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5B8ECCCB-12ED-4655-92C9-81355A5DDF2F}"/>
              </a:ext>
            </a:extLst>
          </p:cNvPr>
          <p:cNvSpPr>
            <a:spLocks noGrp="1"/>
          </p:cNvSpPr>
          <p:nvPr>
            <p:ph type="title"/>
          </p:nvPr>
        </p:nvSpPr>
        <p:spPr bwMode="blackGray">
          <a:xfrm>
            <a:off x="454025" y="0"/>
            <a:ext cx="8640000" cy="14255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7" name="Foliennummernplatzhalter 4">
            <a:extLst>
              <a:ext uri="{FF2B5EF4-FFF2-40B4-BE49-F238E27FC236}">
                <a16:creationId xmlns:a16="http://schemas.microsoft.com/office/drawing/2014/main" id="{918789D9-2DF0-409C-A096-BD884523C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gray">
          <a:xfrm>
            <a:off x="9185275" y="7527643"/>
            <a:ext cx="2925763" cy="38893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4FF3DF-A5E6-4196-9473-7CBA17E326DE}" type="slidenum">
              <a:rPr lang="de-DE" sz="100" b="1" smtClean="0">
                <a:solidFill>
                  <a:sysClr val="windowText" lastClr="000000"/>
                </a:solidFill>
              </a:rPr>
              <a:pPr>
                <a:defRPr/>
              </a:pPr>
              <a:t>‹#›</a:t>
            </a:fld>
            <a:endParaRPr lang="de-DE" sz="100" b="1" dirty="0">
              <a:solidFill>
                <a:sysClr val="windowText" lastClr="000000"/>
              </a:solidFill>
            </a:endParaRP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AA1378DF-8E7B-478F-8336-DC8FCE25D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216000" rIns="216000" bIns="216000" rtlCol="0" anchor="t" anchorCtr="0">
            <a:noAutofit/>
          </a:bodyPr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 err="1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FFEE084-5663-4964-B824-4117B533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6CDCB-9E4E-4D9F-9B43-C84A95C5FFE2}" type="datetime1">
              <a:rPr lang="de-DE" smtClean="0"/>
              <a:t>10.06.2026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AA0E08-D991-43F3-8736-01516A07F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B1EB9A-059A-4561-B9FB-139F2E730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AB4E944-4C77-4BB5-B445-FAE9A880E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429112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5" y="0"/>
            <a:ext cx="8640763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FE58991B-93E4-4735-97DE-663AD47A8CD0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5" y="1860550"/>
            <a:ext cx="7776585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4332D28-FEBF-4A19-BADF-4DACCC6DE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7" name="SmartArt-Platzhalter 15">
            <a:extLst>
              <a:ext uri="{FF2B5EF4-FFF2-40B4-BE49-F238E27FC236}">
                <a16:creationId xmlns:a16="http://schemas.microsoft.com/office/drawing/2014/main" id="{A778AE51-1AF2-48BC-8A48-6750BD834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11874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5" y="0"/>
            <a:ext cx="8640000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25B81373-9237-458A-892D-917C74B8ECB6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5" y="1860550"/>
            <a:ext cx="5184775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1718452-7078-4C71-AA6F-BB0992A633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502400" y="1860550"/>
            <a:ext cx="5184775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E96274E-139C-461E-8064-9CDB192B1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8" name="SmartArt-Platzhalter 15">
            <a:extLst>
              <a:ext uri="{FF2B5EF4-FFF2-40B4-BE49-F238E27FC236}">
                <a16:creationId xmlns:a16="http://schemas.microsoft.com/office/drawing/2014/main" id="{3AE8AF3D-C01D-486B-BA38-9FA3517E5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0560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5" y="0"/>
            <a:ext cx="8640000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3170D572-00E6-4946-883D-5451E3251F13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5" y="1860550"/>
            <a:ext cx="3456000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1718452-7078-4C71-AA6F-BB0992A633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4775188" y="1860550"/>
            <a:ext cx="3456000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216D4528-4226-48B6-9E32-269568DA17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668044" y="1860550"/>
            <a:ext cx="3456000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70D22A1-EFBD-4A03-B758-4E88717AD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9" name="SmartArt-Platzhalter 15">
            <a:extLst>
              <a:ext uri="{FF2B5EF4-FFF2-40B4-BE49-F238E27FC236}">
                <a16:creationId xmlns:a16="http://schemas.microsoft.com/office/drawing/2014/main" id="{55B82905-5EB6-4625-AAE5-29C8C5F4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7117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5" y="0"/>
            <a:ext cx="8640000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859AFC5B-B806-441B-BABC-EAC5BC60E974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5" y="1860550"/>
            <a:ext cx="2376000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1718452-7078-4C71-AA6F-BB0992A633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3694600" y="1860550"/>
            <a:ext cx="2376000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216D4528-4226-48B6-9E32-269568DA17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502400" y="1860550"/>
            <a:ext cx="2376000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3FE7959D-EA29-451B-BD70-830104E4BA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9313057" y="1857375"/>
            <a:ext cx="2376000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84DD772-123F-42C8-9213-1741585B1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20" name="SmartArt-Platzhalter 15">
            <a:extLst>
              <a:ext uri="{FF2B5EF4-FFF2-40B4-BE49-F238E27FC236}">
                <a16:creationId xmlns:a16="http://schemas.microsoft.com/office/drawing/2014/main" id="{FEB55F99-B208-4E18-BE61-FB1025462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8753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klein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4" y="0"/>
            <a:ext cx="8208964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64FDF305-3221-403D-90A4-C0BBDFA76F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94788" y="0"/>
            <a:ext cx="3910012" cy="7042150"/>
          </a:xfrm>
          <a:prstGeom prst="rect">
            <a:avLst/>
          </a:prstGeom>
        </p:spPr>
        <p:txBody>
          <a:bodyPr wrap="square" tIns="190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C91B5257-38EC-4ACA-A5B2-0C00E83E9648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4" y="1860550"/>
            <a:ext cx="7345364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A6577B2-CBB6-423D-AD87-79C569F4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4" name="SmartArt-Platzhalter 15">
            <a:extLst>
              <a:ext uri="{FF2B5EF4-FFF2-40B4-BE49-F238E27FC236}">
                <a16:creationId xmlns:a16="http://schemas.microsoft.com/office/drawing/2014/main" id="{4ECF2AF0-76E0-479C-A989-421D437BE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731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mittel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4" y="0"/>
            <a:ext cx="5616576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5418434C-DF41-44B6-87DE-2958D41FA0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502400" y="0"/>
            <a:ext cx="6502400" cy="7042150"/>
          </a:xfrm>
          <a:prstGeom prst="rect">
            <a:avLst/>
          </a:prstGeom>
        </p:spPr>
        <p:txBody>
          <a:bodyPr wrap="square" tIns="172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4DC151C6-BAD2-4B78-8EFA-8925FB594BA0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4" y="1860550"/>
            <a:ext cx="4752975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3D31C79-4F40-4167-8DD9-FA30BBB28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B4BC9397-F940-4541-A10C-9962ECB9E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49267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 groß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5" y="0"/>
            <a:ext cx="4319588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F3FA2A8C-1E1F-4D8E-9247-11E5E421E12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5207000" y="0"/>
            <a:ext cx="7797800" cy="7042150"/>
          </a:xfrm>
          <a:prstGeom prst="rect">
            <a:avLst/>
          </a:prstGeom>
        </p:spPr>
        <p:txBody>
          <a:bodyPr wrap="square" tIns="172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039BDE23-529A-4FF6-B485-EECCD2915141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4" y="1860550"/>
            <a:ext cx="3456000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841B041-CA0D-4759-85BB-58F8C4E18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4" name="SmartArt-Platzhalter 15">
            <a:extLst>
              <a:ext uri="{FF2B5EF4-FFF2-40B4-BE49-F238E27FC236}">
                <a16:creationId xmlns:a16="http://schemas.microsoft.com/office/drawing/2014/main" id="{5EDF0ADB-90DF-45DE-AC55-A33E7A440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32705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x Bild klein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4" y="0"/>
            <a:ext cx="8208964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045CF425-E922-4C00-98B9-2117F3977AB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94788" y="1"/>
            <a:ext cx="3910012" cy="3585363"/>
          </a:xfrm>
          <a:prstGeom prst="rect">
            <a:avLst/>
          </a:prstGeom>
        </p:spPr>
        <p:txBody>
          <a:bodyPr wrap="square" tIns="187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C29CF8C-96F4-4FC6-85A9-5808E315A5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9094788" y="3585364"/>
            <a:ext cx="3910012" cy="3456000"/>
          </a:xfrm>
          <a:prstGeom prst="rect">
            <a:avLst/>
          </a:prstGeom>
        </p:spPr>
        <p:txBody>
          <a:bodyPr wrap="square" tIns="187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DA0B891D-F872-4DAA-8B73-C849C166F002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4" y="1860550"/>
            <a:ext cx="7345364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F89336E-8C7F-44FB-935E-DD40D588E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7" name="SmartArt-Platzhalter 15">
            <a:extLst>
              <a:ext uri="{FF2B5EF4-FFF2-40B4-BE49-F238E27FC236}">
                <a16:creationId xmlns:a16="http://schemas.microsoft.com/office/drawing/2014/main" id="{CB9CD65D-EEB5-4163-A3FC-CBFDF2A34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8525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x Bild mittel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4" y="0"/>
            <a:ext cx="5616575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2E883591-1B67-4B53-A85B-ADD22FCADE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502400" y="1"/>
            <a:ext cx="6502400" cy="3586163"/>
          </a:xfrm>
          <a:prstGeom prst="rect">
            <a:avLst/>
          </a:prstGeom>
        </p:spPr>
        <p:txBody>
          <a:bodyPr wrap="square" tIns="172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63A9F80-27C0-4974-8A6F-E2E16223713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502400" y="3586165"/>
            <a:ext cx="6502400" cy="3455985"/>
          </a:xfrm>
          <a:prstGeom prst="rect">
            <a:avLst/>
          </a:prstGeom>
        </p:spPr>
        <p:txBody>
          <a:bodyPr wrap="square" tIns="1728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EA76B379-8256-445B-9A3F-F93B3F89088C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4" y="1860550"/>
            <a:ext cx="4752975" cy="47529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DF22F25-B7DB-4077-9CC5-375E93A89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DE64D0B6-9F30-47F6-B3FA-DE601144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3529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+ 2x Bild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5" y="0"/>
            <a:ext cx="8640000" cy="1425575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0D08A2E7-6489-4CC8-8B4C-4E1B114E155A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809AE71-97C2-4368-82A6-9411845C4C3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85825" y="1857375"/>
            <a:ext cx="5616575" cy="2592388"/>
          </a:xfrm>
          <a:prstGeom prst="rect">
            <a:avLst/>
          </a:prstGeom>
        </p:spPr>
        <p:txBody>
          <a:bodyPr wrap="square" lIns="0" tIns="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4" y="4881563"/>
            <a:ext cx="5400000" cy="17287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F58E38BB-C54E-4357-87FF-E02D46FC5F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502400" y="1857375"/>
            <a:ext cx="5616575" cy="2592388"/>
          </a:xfrm>
          <a:prstGeom prst="rect">
            <a:avLst/>
          </a:prstGeom>
        </p:spPr>
        <p:txBody>
          <a:bodyPr wrap="square" lIns="0" tIns="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</a:t>
            </a:r>
            <a:br>
              <a:rPr lang="de-DE" dirty="0"/>
            </a:br>
            <a:r>
              <a:rPr lang="de-DE" dirty="0"/>
              <a:t>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A1718452-7078-4C71-AA6F-BB0992A633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502399" y="4881563"/>
            <a:ext cx="5400000" cy="17287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4B34527-C6E1-4079-BFE6-20C89EE64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20" name="SmartArt-Platzhalter 15">
            <a:extLst>
              <a:ext uri="{FF2B5EF4-FFF2-40B4-BE49-F238E27FC236}">
                <a16:creationId xmlns:a16="http://schemas.microsoft.com/office/drawing/2014/main" id="{1E5CB0C5-652C-446F-9D2E-753C75FF0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01681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+ 4x Bild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5" y="0"/>
            <a:ext cx="8640000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72F543A1-E618-47AA-980E-6D83C156B836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809AE71-97C2-4368-82A6-9411845C4C3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85825" y="1857375"/>
            <a:ext cx="2808000" cy="2592388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C453EB0-6637-4907-B2D1-6C37793ED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885824" y="4881563"/>
            <a:ext cx="2592389" cy="17287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E9F7F59E-A326-40B7-80C8-C7A33B369F0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93825" y="1857375"/>
            <a:ext cx="2808000" cy="2592388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11E9FA48-7791-48D1-B306-E90B6F0406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3693825" y="4881563"/>
            <a:ext cx="2592389" cy="17287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BD928CB-6FF7-4AF9-AADC-3F814CB07C2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501825" y="1857375"/>
            <a:ext cx="2808000" cy="2592388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370EC4AF-8891-4E64-B16A-0C95AF715F1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6501825" y="4881563"/>
            <a:ext cx="2592389" cy="17287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BAC8D9DE-DC9A-43EB-96A6-9426B9976B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9309825" y="1857375"/>
            <a:ext cx="2808000" cy="2592388"/>
          </a:xfrm>
          <a:prstGeom prst="rect">
            <a:avLst/>
          </a:prstGeom>
        </p:spPr>
        <p:txBody>
          <a:bodyPr wrap="square" lIns="0" tIns="1116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</a:t>
            </a:r>
            <a:br>
              <a:rPr lang="de-DE" dirty="0"/>
            </a:br>
            <a:r>
              <a:rPr lang="de-DE" dirty="0"/>
              <a:t>auf das Symbol ein. 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A236BC54-9339-4DF3-A90B-D4305E003F5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9309825" y="4881563"/>
            <a:ext cx="2592389" cy="17287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2DA2E59C-87DB-4E37-8C05-4A8015765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25" name="SmartArt-Platzhalter 15">
            <a:extLst>
              <a:ext uri="{FF2B5EF4-FFF2-40B4-BE49-F238E27FC236}">
                <a16:creationId xmlns:a16="http://schemas.microsoft.com/office/drawing/2014/main" id="{B52703F8-16D8-45BE-932F-B1BEA20E4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4383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4" y="0"/>
            <a:ext cx="8640000" cy="14255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8C3FA637-18C6-4959-BC8C-588FB5F769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3004800" cy="7042150"/>
          </a:xfrm>
          <a:prstGeom prst="rect">
            <a:avLst/>
          </a:prstGeom>
          <a:noFill/>
        </p:spPr>
        <p:txBody>
          <a:bodyPr wrap="square" tIns="169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A788B8AE-1AAB-46F4-8DCF-E21727E525F9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BAB35C7-8A40-4954-932D-ADE900539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4" name="SmartArt-Platzhalter 15">
            <a:extLst>
              <a:ext uri="{FF2B5EF4-FFF2-40B4-BE49-F238E27FC236}">
                <a16:creationId xmlns:a16="http://schemas.microsoft.com/office/drawing/2014/main" id="{16FBAD6C-8EE4-4077-8B71-C49916601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43839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vollflächig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1F935D10-EA43-40E5-B179-993055D00E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0" y="0"/>
            <a:ext cx="13004800" cy="7042150"/>
          </a:xfrm>
          <a:solidFill>
            <a:srgbClr val="FBFBFA"/>
          </a:solidFill>
        </p:spPr>
        <p:txBody>
          <a:bodyPr tIns="16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Video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Video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4024" y="0"/>
            <a:ext cx="8640000" cy="1425575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901F87A3-8187-4CD5-905C-EA7866817ACC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BAB35C7-8A40-4954-932D-ADE900539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/>
          </a:p>
        </p:txBody>
      </p:sp>
      <p:sp>
        <p:nvSpPr>
          <p:cNvPr id="14" name="SmartArt-Platzhalter 15">
            <a:extLst>
              <a:ext uri="{FF2B5EF4-FFF2-40B4-BE49-F238E27FC236}">
                <a16:creationId xmlns:a16="http://schemas.microsoft.com/office/drawing/2014/main" id="{16FBAD6C-8EE4-4077-8B71-C49916601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1588989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zit + Bild mittel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0795E-684D-4128-A6C1-EA29801C8D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885826" y="1857375"/>
            <a:ext cx="6480174" cy="2160588"/>
          </a:xfrm>
        </p:spPr>
        <p:txBody>
          <a:bodyPr tIns="0" anchor="b" anchorCtr="0"/>
          <a:lstStyle>
            <a:lvl1pPr>
              <a:defRPr sz="4400"/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>
              <a:spcAft>
                <a:spcPts val="1200"/>
              </a:spcAft>
            </a:pPr>
            <a:r>
              <a:rPr lang="de-DE" sz="4400" b="1" dirty="0">
                <a:solidFill>
                  <a:schemeClr val="tx1"/>
                </a:solidFill>
              </a:rPr>
              <a:t>Ein Fazit das, wenn möglich, über drei Zeilen läuft.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0657D9F6-47DF-4537-BA49-88E2C901CD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799384" y="0"/>
            <a:ext cx="5205416" cy="7042150"/>
          </a:xfrm>
          <a:prstGeom prst="rect">
            <a:avLst/>
          </a:prstGeom>
        </p:spPr>
        <p:txBody>
          <a:bodyPr wrap="square" tIns="1692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200"/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EC5629-02E6-4338-AEFE-437C1A2FC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 tIns="0"/>
          <a:lstStyle/>
          <a:p>
            <a:fld id="{CAD9F5F1-79C2-432E-87DE-F8AA2AAE3DAE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E5A4BC-BEF3-4D94-8EC5-304140E9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 tIns="0"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FC6CE49-8131-45C4-8208-ABE8558B90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85825" y="4449763"/>
            <a:ext cx="3887789" cy="8636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D8F73-ED2F-4EC3-95D9-84F1CF60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 tIns="0"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3C4F3F7-16CB-4F84-8485-79DFED14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BE251DA7-B68F-4762-A498-842243BF2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60109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09637DFC-3F7B-41FC-AEE8-720B53D47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3004800" cy="7315200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dirty="0" err="1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BF5B9470-BEFC-42AF-A4E9-C5DEF6EB6CB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424947" y="4233600"/>
            <a:ext cx="6154906" cy="43603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4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sz="1400" b="1" kern="1200" baseline="0">
                <a:latin typeface="+mj-lt"/>
              </a:defRPr>
            </a:lvl2pPr>
            <a:lvl3pPr eaLnBrk="1" hangingPunct="1">
              <a:defRPr sz="1400" b="1" kern="1200" baseline="0">
                <a:latin typeface="+mj-lt"/>
              </a:defRPr>
            </a:lvl3pPr>
            <a:lvl4pPr eaLnBrk="1" hangingPunct="1">
              <a:defRPr sz="1400" b="1" kern="1200" baseline="0">
                <a:latin typeface="+mn-lt"/>
              </a:defRPr>
            </a:lvl4pPr>
            <a:lvl5pPr eaLnBrk="1" hangingPunct="1">
              <a:defRPr sz="1400" b="1" kern="1200" baseline="0">
                <a:latin typeface="+mj-lt"/>
              </a:defRPr>
            </a:lvl5pPr>
            <a:lvl6pPr eaLnBrk="1" hangingPunct="1">
              <a:defRPr sz="1400" b="1" kern="1200" baseline="0">
                <a:latin typeface="+mj-lt"/>
              </a:defRPr>
            </a:lvl6pPr>
            <a:lvl7pPr eaLnBrk="1" hangingPunct="1">
              <a:defRPr sz="1400" b="1" kern="1200" baseline="0">
                <a:latin typeface="+mj-lt"/>
              </a:defRPr>
            </a:lvl7pPr>
            <a:lvl8pPr eaLnBrk="1" hangingPunct="1">
              <a:defRPr sz="1400" b="1" kern="1200" baseline="0">
                <a:latin typeface="+mj-lt"/>
              </a:defRPr>
            </a:lvl8pPr>
            <a:lvl9pPr eaLnBrk="1" hangingPunct="1">
              <a:defRPr sz="1400" b="1" kern="1200" baseline="0">
                <a:latin typeface="+mj-lt"/>
              </a:defRPr>
            </a:lvl9pPr>
          </a:lstStyle>
          <a:p>
            <a:pPr marL="0" marR="0" lvl="0" indent="0" algn="ctr" defTabSz="97539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noProof="1">
                <a:solidFill>
                  <a:sysClr val="windowText" lastClr="000000"/>
                </a:solidFill>
                <a:latin typeface="Frutiger Next Com" panose="020B0503040204020203" pitchFamily="34" charset="0"/>
              </a:rPr>
              <a:t>Zukunft gestalten. </a:t>
            </a:r>
            <a:r>
              <a:rPr lang="de-DE" sz="3200" noProof="1">
                <a:latin typeface="Frutiger Next Com" panose="020B0503040204020203" pitchFamily="34" charset="0"/>
              </a:rPr>
              <a:t>Gemeinsam.</a:t>
            </a:r>
            <a:endParaRPr kumimoji="0" lang="de-DE" sz="3200" b="1" i="0" u="none" strike="noStrike" kern="1200" cap="none" spc="0" normalizeH="0" baseline="0" noProof="1">
              <a:ln>
                <a:noFill/>
              </a:ln>
              <a:effectLst/>
              <a:uLnTx/>
              <a:uFillTx/>
              <a:latin typeface="Frutiger Next Com" panose="020B0503040204020203" pitchFamily="34" charset="0"/>
            </a:endParaRPr>
          </a:p>
          <a:p>
            <a:pPr marL="0" marR="0" lvl="0" indent="0" algn="ctr" defTabSz="97539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1" i="0" u="none" strike="noStrike" kern="120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utiger Next Com" panose="020B0503040204020203" pitchFamily="34" charset="0"/>
              <a:ea typeface="+mj-ea"/>
              <a:cs typeface="+mj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38C22C-E1B0-44F4-BDC2-2EA831E3C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10390191" y="7329055"/>
            <a:ext cx="1296984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97A14FDC-F67A-40B1-8AAD-07985C49A7C6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4054-2D83-4E4C-B9EF-9AC639A5B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54026" y="7329055"/>
            <a:ext cx="4319588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B83A3F-B981-41C2-8F2A-B021DA2D4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687175" y="7329055"/>
            <a:ext cx="863600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grpSp>
        <p:nvGrpSpPr>
          <p:cNvPr id="2" name="Gruppieren 1" descr="Datev Logo">
            <a:extLst>
              <a:ext uri="{FF2B5EF4-FFF2-40B4-BE49-F238E27FC236}">
                <a16:creationId xmlns:a16="http://schemas.microsoft.com/office/drawing/2014/main" id="{858E37DF-6A2B-48A5-943B-6C9F1BC4547D}"/>
              </a:ext>
            </a:extLst>
          </p:cNvPr>
          <p:cNvGrpSpPr/>
          <p:nvPr userDrawn="1"/>
        </p:nvGrpSpPr>
        <p:grpSpPr>
          <a:xfrm>
            <a:off x="5834938" y="2289600"/>
            <a:ext cx="1334925" cy="1316045"/>
            <a:chOff x="5834938" y="2289600"/>
            <a:chExt cx="1334925" cy="1316045"/>
          </a:xfrm>
        </p:grpSpPr>
        <p:sp>
          <p:nvSpPr>
            <p:cNvPr id="14" name="BILDMARKE">
              <a:extLst>
                <a:ext uri="{FF2B5EF4-FFF2-40B4-BE49-F238E27FC236}">
                  <a16:creationId xmlns:a16="http://schemas.microsoft.com/office/drawing/2014/main" id="{5CE3462C-8DA3-453D-9C64-ED0F8858E1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834938" y="2289600"/>
              <a:ext cx="1330053" cy="940902"/>
            </a:xfrm>
            <a:custGeom>
              <a:avLst/>
              <a:gdLst>
                <a:gd name="T0" fmla="*/ 0 w 4368"/>
                <a:gd name="T1" fmla="*/ 0 h 3090"/>
                <a:gd name="T2" fmla="*/ 4368 w 4368"/>
                <a:gd name="T3" fmla="*/ 0 h 3090"/>
                <a:gd name="T4" fmla="*/ 4368 w 4368"/>
                <a:gd name="T5" fmla="*/ 3090 h 3090"/>
                <a:gd name="T6" fmla="*/ 0 w 4368"/>
                <a:gd name="T7" fmla="*/ 3090 h 3090"/>
                <a:gd name="T8" fmla="*/ 0 w 4368"/>
                <a:gd name="T9" fmla="*/ 0 h 3090"/>
                <a:gd name="T10" fmla="*/ 0 w 4368"/>
                <a:gd name="T11" fmla="*/ 0 h 3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8" h="3090">
                  <a:moveTo>
                    <a:pt x="0" y="0"/>
                  </a:moveTo>
                  <a:lnTo>
                    <a:pt x="4368" y="0"/>
                  </a:lnTo>
                  <a:lnTo>
                    <a:pt x="4368" y="3090"/>
                  </a:lnTo>
                  <a:lnTo>
                    <a:pt x="0" y="30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2048" dirty="0">
                <a:latin typeface="Segoe UI" panose="020B0502040204020203" pitchFamily="34" charset="0"/>
              </a:endParaRPr>
            </a:p>
          </p:txBody>
        </p:sp>
        <p:sp>
          <p:nvSpPr>
            <p:cNvPr id="15" name="DATEV">
              <a:extLst>
                <a:ext uri="{FF2B5EF4-FFF2-40B4-BE49-F238E27FC236}">
                  <a16:creationId xmlns:a16="http://schemas.microsoft.com/office/drawing/2014/main" id="{4E32C730-96B7-4E11-B90C-B8620C318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5836156" y="3300841"/>
              <a:ext cx="1333707" cy="304804"/>
            </a:xfrm>
            <a:custGeom>
              <a:avLst/>
              <a:gdLst>
                <a:gd name="T0" fmla="*/ 211 w 4466"/>
                <a:gd name="T1" fmla="*/ 848 h 1020"/>
                <a:gd name="T2" fmla="*/ 329 w 4466"/>
                <a:gd name="T3" fmla="*/ 848 h 1020"/>
                <a:gd name="T4" fmla="*/ 667 w 4466"/>
                <a:gd name="T5" fmla="*/ 510 h 1020"/>
                <a:gd name="T6" fmla="*/ 384 w 4466"/>
                <a:gd name="T7" fmla="*/ 173 h 1020"/>
                <a:gd name="T8" fmla="*/ 211 w 4466"/>
                <a:gd name="T9" fmla="*/ 173 h 1020"/>
                <a:gd name="T10" fmla="*/ 211 w 4466"/>
                <a:gd name="T11" fmla="*/ 848 h 1020"/>
                <a:gd name="T12" fmla="*/ 0 w 4466"/>
                <a:gd name="T13" fmla="*/ 0 h 1020"/>
                <a:gd name="T14" fmla="*/ 400 w 4466"/>
                <a:gd name="T15" fmla="*/ 0 h 1020"/>
                <a:gd name="T16" fmla="*/ 879 w 4466"/>
                <a:gd name="T17" fmla="*/ 518 h 1020"/>
                <a:gd name="T18" fmla="*/ 368 w 4466"/>
                <a:gd name="T19" fmla="*/ 1020 h 1020"/>
                <a:gd name="T20" fmla="*/ 0 w 4466"/>
                <a:gd name="T21" fmla="*/ 1020 h 1020"/>
                <a:gd name="T22" fmla="*/ 0 w 4466"/>
                <a:gd name="T23" fmla="*/ 0 h 1020"/>
                <a:gd name="T24" fmla="*/ 2692 w 4466"/>
                <a:gd name="T25" fmla="*/ 0 h 1020"/>
                <a:gd name="T26" fmla="*/ 3375 w 4466"/>
                <a:gd name="T27" fmla="*/ 0 h 1020"/>
                <a:gd name="T28" fmla="*/ 3375 w 4466"/>
                <a:gd name="T29" fmla="*/ 173 h 1020"/>
                <a:gd name="T30" fmla="*/ 2911 w 4466"/>
                <a:gd name="T31" fmla="*/ 173 h 1020"/>
                <a:gd name="T32" fmla="*/ 2911 w 4466"/>
                <a:gd name="T33" fmla="*/ 400 h 1020"/>
                <a:gd name="T34" fmla="*/ 3343 w 4466"/>
                <a:gd name="T35" fmla="*/ 400 h 1020"/>
                <a:gd name="T36" fmla="*/ 3343 w 4466"/>
                <a:gd name="T37" fmla="*/ 573 h 1020"/>
                <a:gd name="T38" fmla="*/ 2911 w 4466"/>
                <a:gd name="T39" fmla="*/ 573 h 1020"/>
                <a:gd name="T40" fmla="*/ 2911 w 4466"/>
                <a:gd name="T41" fmla="*/ 856 h 1020"/>
                <a:gd name="T42" fmla="*/ 3398 w 4466"/>
                <a:gd name="T43" fmla="*/ 856 h 1020"/>
                <a:gd name="T44" fmla="*/ 3398 w 4466"/>
                <a:gd name="T45" fmla="*/ 1020 h 1020"/>
                <a:gd name="T46" fmla="*/ 2692 w 4466"/>
                <a:gd name="T47" fmla="*/ 1020 h 1020"/>
                <a:gd name="T48" fmla="*/ 2692 w 4466"/>
                <a:gd name="T49" fmla="*/ 0 h 1020"/>
                <a:gd name="T50" fmla="*/ 1334 w 4466"/>
                <a:gd name="T51" fmla="*/ 1020 h 1020"/>
                <a:gd name="T52" fmla="*/ 1334 w 4466"/>
                <a:gd name="T53" fmla="*/ 856 h 1020"/>
                <a:gd name="T54" fmla="*/ 1616 w 4466"/>
                <a:gd name="T55" fmla="*/ 856 h 1020"/>
                <a:gd name="T56" fmla="*/ 1365 w 4466"/>
                <a:gd name="T57" fmla="*/ 212 h 1020"/>
                <a:gd name="T58" fmla="*/ 1059 w 4466"/>
                <a:gd name="T59" fmla="*/ 1020 h 1020"/>
                <a:gd name="T60" fmla="*/ 839 w 4466"/>
                <a:gd name="T61" fmla="*/ 1020 h 1020"/>
                <a:gd name="T62" fmla="*/ 1232 w 4466"/>
                <a:gd name="T63" fmla="*/ 0 h 1020"/>
                <a:gd name="T64" fmla="*/ 1499 w 4466"/>
                <a:gd name="T65" fmla="*/ 0 h 1020"/>
                <a:gd name="T66" fmla="*/ 1899 w 4466"/>
                <a:gd name="T67" fmla="*/ 1020 h 1020"/>
                <a:gd name="T68" fmla="*/ 1334 w 4466"/>
                <a:gd name="T69" fmla="*/ 1020 h 1020"/>
                <a:gd name="T70" fmla="*/ 1726 w 4466"/>
                <a:gd name="T71" fmla="*/ 173 h 1020"/>
                <a:gd name="T72" fmla="*/ 1726 w 4466"/>
                <a:gd name="T73" fmla="*/ 0 h 1020"/>
                <a:gd name="T74" fmla="*/ 2605 w 4466"/>
                <a:gd name="T75" fmla="*/ 0 h 1020"/>
                <a:gd name="T76" fmla="*/ 2605 w 4466"/>
                <a:gd name="T77" fmla="*/ 173 h 1020"/>
                <a:gd name="T78" fmla="*/ 2284 w 4466"/>
                <a:gd name="T79" fmla="*/ 173 h 1020"/>
                <a:gd name="T80" fmla="*/ 2284 w 4466"/>
                <a:gd name="T81" fmla="*/ 1020 h 1020"/>
                <a:gd name="T82" fmla="*/ 2056 w 4466"/>
                <a:gd name="T83" fmla="*/ 1020 h 1020"/>
                <a:gd name="T84" fmla="*/ 2056 w 4466"/>
                <a:gd name="T85" fmla="*/ 173 h 1020"/>
                <a:gd name="T86" fmla="*/ 1726 w 4466"/>
                <a:gd name="T87" fmla="*/ 173 h 1020"/>
                <a:gd name="T88" fmla="*/ 3924 w 4466"/>
                <a:gd name="T89" fmla="*/ 0 h 1020"/>
                <a:gd name="T90" fmla="*/ 3924 w 4466"/>
                <a:gd name="T91" fmla="*/ 173 h 1020"/>
                <a:gd name="T92" fmla="*/ 4183 w 4466"/>
                <a:gd name="T93" fmla="*/ 173 h 1020"/>
                <a:gd name="T94" fmla="*/ 3948 w 4466"/>
                <a:gd name="T95" fmla="*/ 793 h 1020"/>
                <a:gd name="T96" fmla="*/ 3657 w 4466"/>
                <a:gd name="T97" fmla="*/ 0 h 1020"/>
                <a:gd name="T98" fmla="*/ 3429 w 4466"/>
                <a:gd name="T99" fmla="*/ 0 h 1020"/>
                <a:gd name="T100" fmla="*/ 3830 w 4466"/>
                <a:gd name="T101" fmla="*/ 1020 h 1020"/>
                <a:gd name="T102" fmla="*/ 4073 w 4466"/>
                <a:gd name="T103" fmla="*/ 1020 h 1020"/>
                <a:gd name="T104" fmla="*/ 4466 w 4466"/>
                <a:gd name="T105" fmla="*/ 0 h 1020"/>
                <a:gd name="T106" fmla="*/ 3924 w 4466"/>
                <a:gd name="T10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66" h="1020">
                  <a:moveTo>
                    <a:pt x="211" y="848"/>
                  </a:moveTo>
                  <a:cubicBezTo>
                    <a:pt x="329" y="848"/>
                    <a:pt x="329" y="848"/>
                    <a:pt x="329" y="848"/>
                  </a:cubicBezTo>
                  <a:cubicBezTo>
                    <a:pt x="510" y="848"/>
                    <a:pt x="659" y="730"/>
                    <a:pt x="667" y="510"/>
                  </a:cubicBezTo>
                  <a:cubicBezTo>
                    <a:pt x="675" y="298"/>
                    <a:pt x="557" y="173"/>
                    <a:pt x="384" y="173"/>
                  </a:cubicBezTo>
                  <a:cubicBezTo>
                    <a:pt x="211" y="173"/>
                    <a:pt x="211" y="173"/>
                    <a:pt x="211" y="173"/>
                  </a:cubicBezTo>
                  <a:cubicBezTo>
                    <a:pt x="211" y="848"/>
                    <a:pt x="211" y="848"/>
                    <a:pt x="211" y="848"/>
                  </a:cubicBezTo>
                  <a:close/>
                  <a:moveTo>
                    <a:pt x="0" y="0"/>
                  </a:moveTo>
                  <a:cubicBezTo>
                    <a:pt x="400" y="0"/>
                    <a:pt x="400" y="0"/>
                    <a:pt x="400" y="0"/>
                  </a:cubicBezTo>
                  <a:cubicBezTo>
                    <a:pt x="675" y="0"/>
                    <a:pt x="871" y="204"/>
                    <a:pt x="879" y="518"/>
                  </a:cubicBezTo>
                  <a:cubicBezTo>
                    <a:pt x="879" y="801"/>
                    <a:pt x="643" y="1020"/>
                    <a:pt x="368" y="1020"/>
                  </a:cubicBezTo>
                  <a:cubicBezTo>
                    <a:pt x="0" y="1020"/>
                    <a:pt x="0" y="1020"/>
                    <a:pt x="0" y="102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92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173"/>
                    <a:pt x="3375" y="173"/>
                    <a:pt x="3375" y="173"/>
                  </a:cubicBezTo>
                  <a:cubicBezTo>
                    <a:pt x="2911" y="173"/>
                    <a:pt x="2911" y="173"/>
                    <a:pt x="2911" y="173"/>
                  </a:cubicBezTo>
                  <a:cubicBezTo>
                    <a:pt x="2911" y="400"/>
                    <a:pt x="2911" y="400"/>
                    <a:pt x="2911" y="400"/>
                  </a:cubicBezTo>
                  <a:cubicBezTo>
                    <a:pt x="3343" y="400"/>
                    <a:pt x="3343" y="400"/>
                    <a:pt x="3343" y="400"/>
                  </a:cubicBezTo>
                  <a:cubicBezTo>
                    <a:pt x="3343" y="573"/>
                    <a:pt x="3343" y="573"/>
                    <a:pt x="3343" y="573"/>
                  </a:cubicBezTo>
                  <a:cubicBezTo>
                    <a:pt x="2911" y="573"/>
                    <a:pt x="2911" y="573"/>
                    <a:pt x="2911" y="573"/>
                  </a:cubicBezTo>
                  <a:cubicBezTo>
                    <a:pt x="2911" y="856"/>
                    <a:pt x="2911" y="856"/>
                    <a:pt x="2911" y="856"/>
                  </a:cubicBezTo>
                  <a:cubicBezTo>
                    <a:pt x="3398" y="856"/>
                    <a:pt x="3398" y="856"/>
                    <a:pt x="3398" y="856"/>
                  </a:cubicBezTo>
                  <a:cubicBezTo>
                    <a:pt x="3398" y="1020"/>
                    <a:pt x="3398" y="1020"/>
                    <a:pt x="3398" y="1020"/>
                  </a:cubicBezTo>
                  <a:cubicBezTo>
                    <a:pt x="2692" y="1020"/>
                    <a:pt x="2692" y="1020"/>
                    <a:pt x="2692" y="1020"/>
                  </a:cubicBezTo>
                  <a:cubicBezTo>
                    <a:pt x="2692" y="0"/>
                    <a:pt x="2692" y="0"/>
                    <a:pt x="2692" y="0"/>
                  </a:cubicBezTo>
                  <a:close/>
                  <a:moveTo>
                    <a:pt x="1334" y="1020"/>
                  </a:moveTo>
                  <a:cubicBezTo>
                    <a:pt x="1334" y="856"/>
                    <a:pt x="1334" y="856"/>
                    <a:pt x="1334" y="856"/>
                  </a:cubicBezTo>
                  <a:cubicBezTo>
                    <a:pt x="1616" y="856"/>
                    <a:pt x="1616" y="856"/>
                    <a:pt x="1616" y="856"/>
                  </a:cubicBezTo>
                  <a:cubicBezTo>
                    <a:pt x="1365" y="212"/>
                    <a:pt x="1365" y="212"/>
                    <a:pt x="1365" y="212"/>
                  </a:cubicBezTo>
                  <a:cubicBezTo>
                    <a:pt x="1059" y="1020"/>
                    <a:pt x="1059" y="1020"/>
                    <a:pt x="1059" y="1020"/>
                  </a:cubicBezTo>
                  <a:cubicBezTo>
                    <a:pt x="839" y="1020"/>
                    <a:pt x="839" y="1020"/>
                    <a:pt x="839" y="1020"/>
                  </a:cubicBezTo>
                  <a:cubicBezTo>
                    <a:pt x="1232" y="0"/>
                    <a:pt x="1232" y="0"/>
                    <a:pt x="1232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899" y="1020"/>
                    <a:pt x="1899" y="1020"/>
                    <a:pt x="1899" y="1020"/>
                  </a:cubicBezTo>
                  <a:cubicBezTo>
                    <a:pt x="1334" y="1020"/>
                    <a:pt x="1334" y="1020"/>
                    <a:pt x="1334" y="1020"/>
                  </a:cubicBezTo>
                  <a:close/>
                  <a:moveTo>
                    <a:pt x="1726" y="173"/>
                  </a:moveTo>
                  <a:cubicBezTo>
                    <a:pt x="1726" y="0"/>
                    <a:pt x="1726" y="0"/>
                    <a:pt x="1726" y="0"/>
                  </a:cubicBezTo>
                  <a:cubicBezTo>
                    <a:pt x="2605" y="0"/>
                    <a:pt x="2605" y="0"/>
                    <a:pt x="2605" y="0"/>
                  </a:cubicBezTo>
                  <a:cubicBezTo>
                    <a:pt x="2605" y="173"/>
                    <a:pt x="2605" y="173"/>
                    <a:pt x="2605" y="173"/>
                  </a:cubicBezTo>
                  <a:cubicBezTo>
                    <a:pt x="2284" y="173"/>
                    <a:pt x="2284" y="173"/>
                    <a:pt x="2284" y="173"/>
                  </a:cubicBezTo>
                  <a:cubicBezTo>
                    <a:pt x="2284" y="1020"/>
                    <a:pt x="2284" y="1020"/>
                    <a:pt x="2284" y="1020"/>
                  </a:cubicBezTo>
                  <a:cubicBezTo>
                    <a:pt x="2056" y="1020"/>
                    <a:pt x="2056" y="1020"/>
                    <a:pt x="2056" y="1020"/>
                  </a:cubicBezTo>
                  <a:cubicBezTo>
                    <a:pt x="2056" y="173"/>
                    <a:pt x="2056" y="173"/>
                    <a:pt x="2056" y="173"/>
                  </a:cubicBezTo>
                  <a:cubicBezTo>
                    <a:pt x="1726" y="173"/>
                    <a:pt x="1726" y="173"/>
                    <a:pt x="1726" y="173"/>
                  </a:cubicBezTo>
                  <a:close/>
                  <a:moveTo>
                    <a:pt x="3924" y="0"/>
                  </a:moveTo>
                  <a:cubicBezTo>
                    <a:pt x="3924" y="173"/>
                    <a:pt x="3924" y="173"/>
                    <a:pt x="3924" y="173"/>
                  </a:cubicBezTo>
                  <a:cubicBezTo>
                    <a:pt x="4183" y="173"/>
                    <a:pt x="4183" y="173"/>
                    <a:pt x="4183" y="173"/>
                  </a:cubicBezTo>
                  <a:cubicBezTo>
                    <a:pt x="3948" y="793"/>
                    <a:pt x="3948" y="793"/>
                    <a:pt x="3948" y="793"/>
                  </a:cubicBezTo>
                  <a:cubicBezTo>
                    <a:pt x="3657" y="0"/>
                    <a:pt x="3657" y="0"/>
                    <a:pt x="3657" y="0"/>
                  </a:cubicBezTo>
                  <a:cubicBezTo>
                    <a:pt x="3429" y="0"/>
                    <a:pt x="3429" y="0"/>
                    <a:pt x="3429" y="0"/>
                  </a:cubicBezTo>
                  <a:cubicBezTo>
                    <a:pt x="3830" y="1020"/>
                    <a:pt x="3830" y="1020"/>
                    <a:pt x="3830" y="1020"/>
                  </a:cubicBezTo>
                  <a:cubicBezTo>
                    <a:pt x="4073" y="1020"/>
                    <a:pt x="4073" y="1020"/>
                    <a:pt x="4073" y="1020"/>
                  </a:cubicBezTo>
                  <a:cubicBezTo>
                    <a:pt x="4466" y="0"/>
                    <a:pt x="4466" y="0"/>
                    <a:pt x="4466" y="0"/>
                  </a:cubicBezTo>
                  <a:cubicBezTo>
                    <a:pt x="3924" y="0"/>
                    <a:pt x="3924" y="0"/>
                    <a:pt x="3924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2048" dirty="0">
                <a:latin typeface="Segoe UI" panose="020B0502040204020203" pitchFamily="34" charset="0"/>
              </a:endParaRPr>
            </a:p>
          </p:txBody>
        </p:sp>
      </p:grpSp>
      <p:sp>
        <p:nvSpPr>
          <p:cNvPr id="20" name="Copyright">
            <a:extLst>
              <a:ext uri="{FF2B5EF4-FFF2-40B4-BE49-F238E27FC236}">
                <a16:creationId xmlns:a16="http://schemas.microsoft.com/office/drawing/2014/main" id="{7C227F76-EE59-46DD-8395-B535539DF6E8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774807" y="7042150"/>
            <a:ext cx="3455186" cy="27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b="1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Symbol" panose="05050102010706020507" pitchFamily="18" charset="2"/>
              <a:buChar char="-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Font typeface="+mj-lt"/>
              <a:buAutoNum type="arabi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None/>
              <a:defRPr sz="600" kern="1200" cap="none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1" indent="0" algn="ctr" defTabSz="457200" fontAlgn="auto">
              <a:lnSpc>
                <a:spcPct val="100000"/>
              </a:lnSpc>
              <a:spcBef>
                <a:spcPts val="427"/>
              </a:spcBef>
              <a:spcAft>
                <a:spcPts val="427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800" b="0" noProof="1">
                <a:solidFill>
                  <a:srgbClr val="666666"/>
                </a:solidFill>
                <a:latin typeface="Segoe UI" panose="020B0502040204020203" pitchFamily="34" charset="0"/>
              </a:rPr>
              <a:t>© DATEV eG, alle Rechte vorbehalten</a:t>
            </a:r>
          </a:p>
        </p:txBody>
      </p:sp>
    </p:spTree>
    <p:extLst>
      <p:ext uri="{BB962C8B-B14F-4D97-AF65-F5344CB8AC3E}">
        <p14:creationId xmlns:p14="http://schemas.microsoft.com/office/powerpoint/2010/main" val="15127444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59C93EAD-090E-448C-928F-0F1FF80C4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3004800" cy="7315200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D07EE9A-3001-46F3-9F18-179FA7FA1F5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424947" y="4233600"/>
            <a:ext cx="6154906" cy="43603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4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sz="1400" b="1" kern="1200" baseline="0">
                <a:latin typeface="+mj-lt"/>
              </a:defRPr>
            </a:lvl2pPr>
            <a:lvl3pPr eaLnBrk="1" hangingPunct="1">
              <a:defRPr sz="1400" b="1" kern="1200" baseline="0">
                <a:latin typeface="+mj-lt"/>
              </a:defRPr>
            </a:lvl3pPr>
            <a:lvl4pPr eaLnBrk="1" hangingPunct="1">
              <a:defRPr sz="1400" b="1" kern="1200" baseline="0">
                <a:latin typeface="+mn-lt"/>
              </a:defRPr>
            </a:lvl4pPr>
            <a:lvl5pPr eaLnBrk="1" hangingPunct="1">
              <a:defRPr sz="1400" b="1" kern="1200" baseline="0">
                <a:latin typeface="+mj-lt"/>
              </a:defRPr>
            </a:lvl5pPr>
            <a:lvl6pPr eaLnBrk="1" hangingPunct="1">
              <a:defRPr sz="1400" b="1" kern="1200" baseline="0">
                <a:latin typeface="+mj-lt"/>
              </a:defRPr>
            </a:lvl6pPr>
            <a:lvl7pPr eaLnBrk="1" hangingPunct="1">
              <a:defRPr sz="1400" b="1" kern="1200" baseline="0">
                <a:latin typeface="+mj-lt"/>
              </a:defRPr>
            </a:lvl7pPr>
            <a:lvl8pPr eaLnBrk="1" hangingPunct="1">
              <a:defRPr sz="1400" b="1" kern="1200" baseline="0">
                <a:latin typeface="+mj-lt"/>
              </a:defRPr>
            </a:lvl8pPr>
            <a:lvl9pPr eaLnBrk="1" hangingPunct="1">
              <a:defRPr sz="1400" b="1" kern="1200" baseline="0">
                <a:latin typeface="+mj-lt"/>
              </a:defRPr>
            </a:lvl9pPr>
          </a:lstStyle>
          <a:p>
            <a:pPr marL="0" marR="0" lvl="0" indent="0" algn="ctr" defTabSz="97539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200" noProof="1">
                <a:solidFill>
                  <a:schemeClr val="bg1"/>
                </a:solidFill>
                <a:latin typeface="Frutiger Next Com" panose="020B0503040204020203" pitchFamily="34" charset="0"/>
              </a:rPr>
              <a:t>Zukunft gestalten. Gemeinsam.</a:t>
            </a:r>
            <a:endParaRPr kumimoji="0" lang="de-DE" sz="3200" b="1" i="0" u="none" strike="noStrike" kern="120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Next Com" panose="020B0503040204020203" pitchFamily="34" charset="0"/>
            </a:endParaRPr>
          </a:p>
          <a:p>
            <a:pPr marL="0" marR="0" lvl="0" indent="0" algn="ctr" defTabSz="97539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1" i="0" u="none" strike="noStrike" kern="120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utiger Next Com" panose="020B0503040204020203" pitchFamily="34" charset="0"/>
              <a:ea typeface="+mj-ea"/>
              <a:cs typeface="+mj-cs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38C22C-E1B0-44F4-BDC2-2EA831E3C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10390191" y="7329055"/>
            <a:ext cx="1296984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18EA157A-F794-4645-9DC9-6B9C4D26CE18}" type="datetime1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4054-2D83-4E4C-B9EF-9AC639A5B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54026" y="7329055"/>
            <a:ext cx="4319588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B83A3F-B981-41C2-8F2A-B021DA2D4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1687175" y="7329055"/>
            <a:ext cx="863600" cy="273050"/>
          </a:xfrm>
        </p:spPr>
        <p:txBody>
          <a:bodyPr tIns="0"/>
          <a:lstStyle>
            <a:lvl1pPr>
              <a:defRPr>
                <a:noFill/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 dirty="0"/>
          </a:p>
        </p:txBody>
      </p:sp>
      <p:grpSp>
        <p:nvGrpSpPr>
          <p:cNvPr id="2" name="Gruppieren 1" descr="Datev Logo">
            <a:extLst>
              <a:ext uri="{FF2B5EF4-FFF2-40B4-BE49-F238E27FC236}">
                <a16:creationId xmlns:a16="http://schemas.microsoft.com/office/drawing/2014/main" id="{AEBEE4E9-69B6-461F-98D3-0524367153AB}"/>
              </a:ext>
            </a:extLst>
          </p:cNvPr>
          <p:cNvGrpSpPr/>
          <p:nvPr userDrawn="1"/>
        </p:nvGrpSpPr>
        <p:grpSpPr>
          <a:xfrm>
            <a:off x="5834938" y="2289600"/>
            <a:ext cx="1334925" cy="1316045"/>
            <a:chOff x="5834938" y="2289600"/>
            <a:chExt cx="1334925" cy="1316045"/>
          </a:xfrm>
        </p:grpSpPr>
        <p:sp>
          <p:nvSpPr>
            <p:cNvPr id="22" name="BILDMARKE">
              <a:extLst>
                <a:ext uri="{FF2B5EF4-FFF2-40B4-BE49-F238E27FC236}">
                  <a16:creationId xmlns:a16="http://schemas.microsoft.com/office/drawing/2014/main" id="{12CA1419-82E1-4C89-899A-F0FD4BF3856E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834938" y="2289600"/>
              <a:ext cx="1330053" cy="940902"/>
            </a:xfrm>
            <a:custGeom>
              <a:avLst/>
              <a:gdLst>
                <a:gd name="T0" fmla="*/ 0 w 4368"/>
                <a:gd name="T1" fmla="*/ 0 h 3090"/>
                <a:gd name="T2" fmla="*/ 4368 w 4368"/>
                <a:gd name="T3" fmla="*/ 0 h 3090"/>
                <a:gd name="T4" fmla="*/ 4368 w 4368"/>
                <a:gd name="T5" fmla="*/ 3090 h 3090"/>
                <a:gd name="T6" fmla="*/ 0 w 4368"/>
                <a:gd name="T7" fmla="*/ 3090 h 3090"/>
                <a:gd name="T8" fmla="*/ 0 w 4368"/>
                <a:gd name="T9" fmla="*/ 0 h 3090"/>
                <a:gd name="T10" fmla="*/ 0 w 4368"/>
                <a:gd name="T11" fmla="*/ 0 h 3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68" h="3090">
                  <a:moveTo>
                    <a:pt x="0" y="0"/>
                  </a:moveTo>
                  <a:lnTo>
                    <a:pt x="4368" y="0"/>
                  </a:lnTo>
                  <a:lnTo>
                    <a:pt x="4368" y="3090"/>
                  </a:lnTo>
                  <a:lnTo>
                    <a:pt x="0" y="30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2048" dirty="0">
                <a:latin typeface="Segoe UI" panose="020B0502040204020203" pitchFamily="34" charset="0"/>
              </a:endParaRPr>
            </a:p>
          </p:txBody>
        </p:sp>
        <p:sp>
          <p:nvSpPr>
            <p:cNvPr id="23" name="DATEV">
              <a:extLst>
                <a:ext uri="{FF2B5EF4-FFF2-40B4-BE49-F238E27FC236}">
                  <a16:creationId xmlns:a16="http://schemas.microsoft.com/office/drawing/2014/main" id="{D6778744-E6B3-4D28-B803-8194F075D1D5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5836156" y="3300841"/>
              <a:ext cx="1333707" cy="304804"/>
            </a:xfrm>
            <a:custGeom>
              <a:avLst/>
              <a:gdLst>
                <a:gd name="T0" fmla="*/ 211 w 4466"/>
                <a:gd name="T1" fmla="*/ 848 h 1020"/>
                <a:gd name="T2" fmla="*/ 329 w 4466"/>
                <a:gd name="T3" fmla="*/ 848 h 1020"/>
                <a:gd name="T4" fmla="*/ 667 w 4466"/>
                <a:gd name="T5" fmla="*/ 510 h 1020"/>
                <a:gd name="T6" fmla="*/ 384 w 4466"/>
                <a:gd name="T7" fmla="*/ 173 h 1020"/>
                <a:gd name="T8" fmla="*/ 211 w 4466"/>
                <a:gd name="T9" fmla="*/ 173 h 1020"/>
                <a:gd name="T10" fmla="*/ 211 w 4466"/>
                <a:gd name="T11" fmla="*/ 848 h 1020"/>
                <a:gd name="T12" fmla="*/ 0 w 4466"/>
                <a:gd name="T13" fmla="*/ 0 h 1020"/>
                <a:gd name="T14" fmla="*/ 400 w 4466"/>
                <a:gd name="T15" fmla="*/ 0 h 1020"/>
                <a:gd name="T16" fmla="*/ 879 w 4466"/>
                <a:gd name="T17" fmla="*/ 518 h 1020"/>
                <a:gd name="T18" fmla="*/ 368 w 4466"/>
                <a:gd name="T19" fmla="*/ 1020 h 1020"/>
                <a:gd name="T20" fmla="*/ 0 w 4466"/>
                <a:gd name="T21" fmla="*/ 1020 h 1020"/>
                <a:gd name="T22" fmla="*/ 0 w 4466"/>
                <a:gd name="T23" fmla="*/ 0 h 1020"/>
                <a:gd name="T24" fmla="*/ 2692 w 4466"/>
                <a:gd name="T25" fmla="*/ 0 h 1020"/>
                <a:gd name="T26" fmla="*/ 3375 w 4466"/>
                <a:gd name="T27" fmla="*/ 0 h 1020"/>
                <a:gd name="T28" fmla="*/ 3375 w 4466"/>
                <a:gd name="T29" fmla="*/ 173 h 1020"/>
                <a:gd name="T30" fmla="*/ 2911 w 4466"/>
                <a:gd name="T31" fmla="*/ 173 h 1020"/>
                <a:gd name="T32" fmla="*/ 2911 w 4466"/>
                <a:gd name="T33" fmla="*/ 400 h 1020"/>
                <a:gd name="T34" fmla="*/ 3343 w 4466"/>
                <a:gd name="T35" fmla="*/ 400 h 1020"/>
                <a:gd name="T36" fmla="*/ 3343 w 4466"/>
                <a:gd name="T37" fmla="*/ 573 h 1020"/>
                <a:gd name="T38" fmla="*/ 2911 w 4466"/>
                <a:gd name="T39" fmla="*/ 573 h 1020"/>
                <a:gd name="T40" fmla="*/ 2911 w 4466"/>
                <a:gd name="T41" fmla="*/ 856 h 1020"/>
                <a:gd name="T42" fmla="*/ 3398 w 4466"/>
                <a:gd name="T43" fmla="*/ 856 h 1020"/>
                <a:gd name="T44" fmla="*/ 3398 w 4466"/>
                <a:gd name="T45" fmla="*/ 1020 h 1020"/>
                <a:gd name="T46" fmla="*/ 2692 w 4466"/>
                <a:gd name="T47" fmla="*/ 1020 h 1020"/>
                <a:gd name="T48" fmla="*/ 2692 w 4466"/>
                <a:gd name="T49" fmla="*/ 0 h 1020"/>
                <a:gd name="T50" fmla="*/ 1334 w 4466"/>
                <a:gd name="T51" fmla="*/ 1020 h 1020"/>
                <a:gd name="T52" fmla="*/ 1334 w 4466"/>
                <a:gd name="T53" fmla="*/ 856 h 1020"/>
                <a:gd name="T54" fmla="*/ 1616 w 4466"/>
                <a:gd name="T55" fmla="*/ 856 h 1020"/>
                <a:gd name="T56" fmla="*/ 1365 w 4466"/>
                <a:gd name="T57" fmla="*/ 212 h 1020"/>
                <a:gd name="T58" fmla="*/ 1059 w 4466"/>
                <a:gd name="T59" fmla="*/ 1020 h 1020"/>
                <a:gd name="T60" fmla="*/ 839 w 4466"/>
                <a:gd name="T61" fmla="*/ 1020 h 1020"/>
                <a:gd name="T62" fmla="*/ 1232 w 4466"/>
                <a:gd name="T63" fmla="*/ 0 h 1020"/>
                <a:gd name="T64" fmla="*/ 1499 w 4466"/>
                <a:gd name="T65" fmla="*/ 0 h 1020"/>
                <a:gd name="T66" fmla="*/ 1899 w 4466"/>
                <a:gd name="T67" fmla="*/ 1020 h 1020"/>
                <a:gd name="T68" fmla="*/ 1334 w 4466"/>
                <a:gd name="T69" fmla="*/ 1020 h 1020"/>
                <a:gd name="T70" fmla="*/ 1726 w 4466"/>
                <a:gd name="T71" fmla="*/ 173 h 1020"/>
                <a:gd name="T72" fmla="*/ 1726 w 4466"/>
                <a:gd name="T73" fmla="*/ 0 h 1020"/>
                <a:gd name="T74" fmla="*/ 2605 w 4466"/>
                <a:gd name="T75" fmla="*/ 0 h 1020"/>
                <a:gd name="T76" fmla="*/ 2605 w 4466"/>
                <a:gd name="T77" fmla="*/ 173 h 1020"/>
                <a:gd name="T78" fmla="*/ 2284 w 4466"/>
                <a:gd name="T79" fmla="*/ 173 h 1020"/>
                <a:gd name="T80" fmla="*/ 2284 w 4466"/>
                <a:gd name="T81" fmla="*/ 1020 h 1020"/>
                <a:gd name="T82" fmla="*/ 2056 w 4466"/>
                <a:gd name="T83" fmla="*/ 1020 h 1020"/>
                <a:gd name="T84" fmla="*/ 2056 w 4466"/>
                <a:gd name="T85" fmla="*/ 173 h 1020"/>
                <a:gd name="T86" fmla="*/ 1726 w 4466"/>
                <a:gd name="T87" fmla="*/ 173 h 1020"/>
                <a:gd name="T88" fmla="*/ 3924 w 4466"/>
                <a:gd name="T89" fmla="*/ 0 h 1020"/>
                <a:gd name="T90" fmla="*/ 3924 w 4466"/>
                <a:gd name="T91" fmla="*/ 173 h 1020"/>
                <a:gd name="T92" fmla="*/ 4183 w 4466"/>
                <a:gd name="T93" fmla="*/ 173 h 1020"/>
                <a:gd name="T94" fmla="*/ 3948 w 4466"/>
                <a:gd name="T95" fmla="*/ 793 h 1020"/>
                <a:gd name="T96" fmla="*/ 3657 w 4466"/>
                <a:gd name="T97" fmla="*/ 0 h 1020"/>
                <a:gd name="T98" fmla="*/ 3429 w 4466"/>
                <a:gd name="T99" fmla="*/ 0 h 1020"/>
                <a:gd name="T100" fmla="*/ 3830 w 4466"/>
                <a:gd name="T101" fmla="*/ 1020 h 1020"/>
                <a:gd name="T102" fmla="*/ 4073 w 4466"/>
                <a:gd name="T103" fmla="*/ 1020 h 1020"/>
                <a:gd name="T104" fmla="*/ 4466 w 4466"/>
                <a:gd name="T105" fmla="*/ 0 h 1020"/>
                <a:gd name="T106" fmla="*/ 3924 w 4466"/>
                <a:gd name="T107" fmla="*/ 0 h 1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66" h="1020">
                  <a:moveTo>
                    <a:pt x="211" y="848"/>
                  </a:moveTo>
                  <a:cubicBezTo>
                    <a:pt x="329" y="848"/>
                    <a:pt x="329" y="848"/>
                    <a:pt x="329" y="848"/>
                  </a:cubicBezTo>
                  <a:cubicBezTo>
                    <a:pt x="510" y="848"/>
                    <a:pt x="659" y="730"/>
                    <a:pt x="667" y="510"/>
                  </a:cubicBezTo>
                  <a:cubicBezTo>
                    <a:pt x="675" y="298"/>
                    <a:pt x="557" y="173"/>
                    <a:pt x="384" y="173"/>
                  </a:cubicBezTo>
                  <a:cubicBezTo>
                    <a:pt x="211" y="173"/>
                    <a:pt x="211" y="173"/>
                    <a:pt x="211" y="173"/>
                  </a:cubicBezTo>
                  <a:cubicBezTo>
                    <a:pt x="211" y="848"/>
                    <a:pt x="211" y="848"/>
                    <a:pt x="211" y="848"/>
                  </a:cubicBezTo>
                  <a:close/>
                  <a:moveTo>
                    <a:pt x="0" y="0"/>
                  </a:moveTo>
                  <a:cubicBezTo>
                    <a:pt x="400" y="0"/>
                    <a:pt x="400" y="0"/>
                    <a:pt x="400" y="0"/>
                  </a:cubicBezTo>
                  <a:cubicBezTo>
                    <a:pt x="675" y="0"/>
                    <a:pt x="871" y="204"/>
                    <a:pt x="879" y="518"/>
                  </a:cubicBezTo>
                  <a:cubicBezTo>
                    <a:pt x="879" y="801"/>
                    <a:pt x="643" y="1020"/>
                    <a:pt x="368" y="1020"/>
                  </a:cubicBezTo>
                  <a:cubicBezTo>
                    <a:pt x="0" y="1020"/>
                    <a:pt x="0" y="1020"/>
                    <a:pt x="0" y="102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692" y="0"/>
                  </a:moveTo>
                  <a:cubicBezTo>
                    <a:pt x="3375" y="0"/>
                    <a:pt x="3375" y="0"/>
                    <a:pt x="3375" y="0"/>
                  </a:cubicBezTo>
                  <a:cubicBezTo>
                    <a:pt x="3375" y="173"/>
                    <a:pt x="3375" y="173"/>
                    <a:pt x="3375" y="173"/>
                  </a:cubicBezTo>
                  <a:cubicBezTo>
                    <a:pt x="2911" y="173"/>
                    <a:pt x="2911" y="173"/>
                    <a:pt x="2911" y="173"/>
                  </a:cubicBezTo>
                  <a:cubicBezTo>
                    <a:pt x="2911" y="400"/>
                    <a:pt x="2911" y="400"/>
                    <a:pt x="2911" y="400"/>
                  </a:cubicBezTo>
                  <a:cubicBezTo>
                    <a:pt x="3343" y="400"/>
                    <a:pt x="3343" y="400"/>
                    <a:pt x="3343" y="400"/>
                  </a:cubicBezTo>
                  <a:cubicBezTo>
                    <a:pt x="3343" y="573"/>
                    <a:pt x="3343" y="573"/>
                    <a:pt x="3343" y="573"/>
                  </a:cubicBezTo>
                  <a:cubicBezTo>
                    <a:pt x="2911" y="573"/>
                    <a:pt x="2911" y="573"/>
                    <a:pt x="2911" y="573"/>
                  </a:cubicBezTo>
                  <a:cubicBezTo>
                    <a:pt x="2911" y="856"/>
                    <a:pt x="2911" y="856"/>
                    <a:pt x="2911" y="856"/>
                  </a:cubicBezTo>
                  <a:cubicBezTo>
                    <a:pt x="3398" y="856"/>
                    <a:pt x="3398" y="856"/>
                    <a:pt x="3398" y="856"/>
                  </a:cubicBezTo>
                  <a:cubicBezTo>
                    <a:pt x="3398" y="1020"/>
                    <a:pt x="3398" y="1020"/>
                    <a:pt x="3398" y="1020"/>
                  </a:cubicBezTo>
                  <a:cubicBezTo>
                    <a:pt x="2692" y="1020"/>
                    <a:pt x="2692" y="1020"/>
                    <a:pt x="2692" y="1020"/>
                  </a:cubicBezTo>
                  <a:cubicBezTo>
                    <a:pt x="2692" y="0"/>
                    <a:pt x="2692" y="0"/>
                    <a:pt x="2692" y="0"/>
                  </a:cubicBezTo>
                  <a:close/>
                  <a:moveTo>
                    <a:pt x="1334" y="1020"/>
                  </a:moveTo>
                  <a:cubicBezTo>
                    <a:pt x="1334" y="856"/>
                    <a:pt x="1334" y="856"/>
                    <a:pt x="1334" y="856"/>
                  </a:cubicBezTo>
                  <a:cubicBezTo>
                    <a:pt x="1616" y="856"/>
                    <a:pt x="1616" y="856"/>
                    <a:pt x="1616" y="856"/>
                  </a:cubicBezTo>
                  <a:cubicBezTo>
                    <a:pt x="1365" y="212"/>
                    <a:pt x="1365" y="212"/>
                    <a:pt x="1365" y="212"/>
                  </a:cubicBezTo>
                  <a:cubicBezTo>
                    <a:pt x="1059" y="1020"/>
                    <a:pt x="1059" y="1020"/>
                    <a:pt x="1059" y="1020"/>
                  </a:cubicBezTo>
                  <a:cubicBezTo>
                    <a:pt x="839" y="1020"/>
                    <a:pt x="839" y="1020"/>
                    <a:pt x="839" y="1020"/>
                  </a:cubicBezTo>
                  <a:cubicBezTo>
                    <a:pt x="1232" y="0"/>
                    <a:pt x="1232" y="0"/>
                    <a:pt x="1232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899" y="1020"/>
                    <a:pt x="1899" y="1020"/>
                    <a:pt x="1899" y="1020"/>
                  </a:cubicBezTo>
                  <a:cubicBezTo>
                    <a:pt x="1334" y="1020"/>
                    <a:pt x="1334" y="1020"/>
                    <a:pt x="1334" y="1020"/>
                  </a:cubicBezTo>
                  <a:close/>
                  <a:moveTo>
                    <a:pt x="1726" y="173"/>
                  </a:moveTo>
                  <a:cubicBezTo>
                    <a:pt x="1726" y="0"/>
                    <a:pt x="1726" y="0"/>
                    <a:pt x="1726" y="0"/>
                  </a:cubicBezTo>
                  <a:cubicBezTo>
                    <a:pt x="2605" y="0"/>
                    <a:pt x="2605" y="0"/>
                    <a:pt x="2605" y="0"/>
                  </a:cubicBezTo>
                  <a:cubicBezTo>
                    <a:pt x="2605" y="173"/>
                    <a:pt x="2605" y="173"/>
                    <a:pt x="2605" y="173"/>
                  </a:cubicBezTo>
                  <a:cubicBezTo>
                    <a:pt x="2284" y="173"/>
                    <a:pt x="2284" y="173"/>
                    <a:pt x="2284" y="173"/>
                  </a:cubicBezTo>
                  <a:cubicBezTo>
                    <a:pt x="2284" y="1020"/>
                    <a:pt x="2284" y="1020"/>
                    <a:pt x="2284" y="1020"/>
                  </a:cubicBezTo>
                  <a:cubicBezTo>
                    <a:pt x="2056" y="1020"/>
                    <a:pt x="2056" y="1020"/>
                    <a:pt x="2056" y="1020"/>
                  </a:cubicBezTo>
                  <a:cubicBezTo>
                    <a:pt x="2056" y="173"/>
                    <a:pt x="2056" y="173"/>
                    <a:pt x="2056" y="173"/>
                  </a:cubicBezTo>
                  <a:cubicBezTo>
                    <a:pt x="1726" y="173"/>
                    <a:pt x="1726" y="173"/>
                    <a:pt x="1726" y="173"/>
                  </a:cubicBezTo>
                  <a:close/>
                  <a:moveTo>
                    <a:pt x="3924" y="0"/>
                  </a:moveTo>
                  <a:cubicBezTo>
                    <a:pt x="3924" y="173"/>
                    <a:pt x="3924" y="173"/>
                    <a:pt x="3924" y="173"/>
                  </a:cubicBezTo>
                  <a:cubicBezTo>
                    <a:pt x="4183" y="173"/>
                    <a:pt x="4183" y="173"/>
                    <a:pt x="4183" y="173"/>
                  </a:cubicBezTo>
                  <a:cubicBezTo>
                    <a:pt x="3948" y="793"/>
                    <a:pt x="3948" y="793"/>
                    <a:pt x="3948" y="793"/>
                  </a:cubicBezTo>
                  <a:cubicBezTo>
                    <a:pt x="3657" y="0"/>
                    <a:pt x="3657" y="0"/>
                    <a:pt x="3657" y="0"/>
                  </a:cubicBezTo>
                  <a:cubicBezTo>
                    <a:pt x="3429" y="0"/>
                    <a:pt x="3429" y="0"/>
                    <a:pt x="3429" y="0"/>
                  </a:cubicBezTo>
                  <a:cubicBezTo>
                    <a:pt x="3830" y="1020"/>
                    <a:pt x="3830" y="1020"/>
                    <a:pt x="3830" y="1020"/>
                  </a:cubicBezTo>
                  <a:cubicBezTo>
                    <a:pt x="4073" y="1020"/>
                    <a:pt x="4073" y="1020"/>
                    <a:pt x="4073" y="1020"/>
                  </a:cubicBezTo>
                  <a:cubicBezTo>
                    <a:pt x="4466" y="0"/>
                    <a:pt x="4466" y="0"/>
                    <a:pt x="4466" y="0"/>
                  </a:cubicBezTo>
                  <a:cubicBezTo>
                    <a:pt x="3924" y="0"/>
                    <a:pt x="3924" y="0"/>
                    <a:pt x="39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7536" tIns="48768" rIns="97536" bIns="48768" numCol="1" anchor="t" anchorCtr="0" compatLnSpc="1">
              <a:prstTxWarp prst="textNoShape">
                <a:avLst/>
              </a:prstTxWarp>
            </a:bodyPr>
            <a:lstStyle/>
            <a:p>
              <a:endParaRPr lang="de-DE" sz="2048" dirty="0">
                <a:latin typeface="Segoe UI" panose="020B0502040204020203" pitchFamily="34" charset="0"/>
              </a:endParaRPr>
            </a:p>
          </p:txBody>
        </p:sp>
      </p:grpSp>
      <p:sp>
        <p:nvSpPr>
          <p:cNvPr id="28" name="Copyright">
            <a:extLst>
              <a:ext uri="{FF2B5EF4-FFF2-40B4-BE49-F238E27FC236}">
                <a16:creationId xmlns:a16="http://schemas.microsoft.com/office/drawing/2014/main" id="{BBB50046-B4C6-4A59-B972-7AC28B953A3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774807" y="7042150"/>
            <a:ext cx="3455186" cy="27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b="1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Symbol" panose="05050102010706020507" pitchFamily="18" charset="2"/>
              <a:buChar char="-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Font typeface="+mj-lt"/>
              <a:buAutoNum type="arabi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lphaLcPeriod"/>
              <a:defRPr sz="100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b="1" kern="1200" cap="none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300"/>
              </a:spcBef>
              <a:buFont typeface="Arial" panose="020B0604020202020204" pitchFamily="34" charset="0"/>
              <a:buNone/>
              <a:defRPr sz="600" kern="1200" cap="none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1" indent="0" algn="ctr" defTabSz="457200" fontAlgn="auto">
              <a:lnSpc>
                <a:spcPct val="100000"/>
              </a:lnSpc>
              <a:spcBef>
                <a:spcPts val="427"/>
              </a:spcBef>
              <a:spcAft>
                <a:spcPts val="427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800" b="0" noProof="1">
                <a:solidFill>
                  <a:schemeClr val="bg1"/>
                </a:solidFill>
                <a:latin typeface="Segoe UI" panose="020B0502040204020203" pitchFamily="34" charset="0"/>
              </a:rPr>
              <a:t>© DATEV eG, alle Rechte vorbehalten</a:t>
            </a:r>
          </a:p>
        </p:txBody>
      </p:sp>
      <p:sp>
        <p:nvSpPr>
          <p:cNvPr id="30" name="Foliennummernplatzhalter 4">
            <a:extLst>
              <a:ext uri="{FF2B5EF4-FFF2-40B4-BE49-F238E27FC236}">
                <a16:creationId xmlns:a16="http://schemas.microsoft.com/office/drawing/2014/main" id="{EE440229-E64E-4583-A280-DB562680B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gray">
          <a:xfrm>
            <a:off x="9185275" y="7527643"/>
            <a:ext cx="2925763" cy="38893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84FF3DF-A5E6-4196-9473-7CBA17E326DE}" type="slidenum">
              <a:rPr lang="de-DE" sz="100" b="1" smtClean="0">
                <a:solidFill>
                  <a:sysClr val="windowText" lastClr="000000"/>
                </a:solidFill>
              </a:rPr>
              <a:pPr>
                <a:defRPr/>
              </a:pPr>
              <a:t>‹#›</a:t>
            </a:fld>
            <a:endParaRPr lang="de-DE" sz="1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0478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gister Bild rund + Verlauf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CA9CAE2-4FDD-4738-A263-E269BAB85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3004800" cy="7042150"/>
          </a:xfrm>
          <a:prstGeom prst="rect">
            <a:avLst/>
          </a:prstGeom>
          <a:gradFill>
            <a:gsLst>
              <a:gs pos="100000">
                <a:schemeClr val="tx2"/>
              </a:gs>
              <a:gs pos="15000">
                <a:schemeClr val="bg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Segoe UI" panose="020B0502040204020203" pitchFamily="34" charset="0"/>
            </a:endParaRP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6FF12C2C-5BF6-4B36-B61D-9BED4B4A43F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7366002" y="0"/>
            <a:ext cx="5638798" cy="6610596"/>
          </a:xfrm>
          <a:custGeom>
            <a:avLst/>
            <a:gdLst>
              <a:gd name="connsiteX0" fmla="*/ 0 w 5638798"/>
              <a:gd name="connsiteY0" fmla="*/ 0 h 6610596"/>
              <a:gd name="connsiteX1" fmla="*/ 5638798 w 5638798"/>
              <a:gd name="connsiteY1" fmla="*/ 0 h 6610596"/>
              <a:gd name="connsiteX2" fmla="*/ 5638798 w 5638798"/>
              <a:gd name="connsiteY2" fmla="*/ 202104 h 6610596"/>
              <a:gd name="connsiteX3" fmla="*/ 5638798 w 5638798"/>
              <a:gd name="connsiteY3" fmla="*/ 2037600 h 6610596"/>
              <a:gd name="connsiteX4" fmla="*/ 5638798 w 5638798"/>
              <a:gd name="connsiteY4" fmla="*/ 6610596 h 6610596"/>
              <a:gd name="connsiteX5" fmla="*/ 5632286 w 5638798"/>
              <a:gd name="connsiteY5" fmla="*/ 6610596 h 6610596"/>
              <a:gd name="connsiteX6" fmla="*/ 5207960 w 5638798"/>
              <a:gd name="connsiteY6" fmla="*/ 6610596 h 6610596"/>
              <a:gd name="connsiteX7" fmla="*/ 5185096 w 5638798"/>
              <a:gd name="connsiteY7" fmla="*/ 6610596 h 6610596"/>
              <a:gd name="connsiteX8" fmla="*/ 5081079 w 5638798"/>
              <a:gd name="connsiteY8" fmla="*/ 6610596 h 6610596"/>
              <a:gd name="connsiteX9" fmla="*/ 5076398 w 5638798"/>
              <a:gd name="connsiteY9" fmla="*/ 6610596 h 6610596"/>
              <a:gd name="connsiteX10" fmla="*/ 5048924 w 5638798"/>
              <a:gd name="connsiteY10" fmla="*/ 6610596 h 6610596"/>
              <a:gd name="connsiteX11" fmla="*/ 4988609 w 5638798"/>
              <a:gd name="connsiteY11" fmla="*/ 6610596 h 6610596"/>
              <a:gd name="connsiteX12" fmla="*/ 4835586 w 5638798"/>
              <a:gd name="connsiteY12" fmla="*/ 6610596 h 6610596"/>
              <a:gd name="connsiteX13" fmla="*/ 4753403 w 5638798"/>
              <a:gd name="connsiteY13" fmla="*/ 6610596 h 6610596"/>
              <a:gd name="connsiteX14" fmla="*/ 4720591 w 5638798"/>
              <a:gd name="connsiteY14" fmla="*/ 6610596 h 6610596"/>
              <a:gd name="connsiteX15" fmla="*/ 4638194 w 5638798"/>
              <a:gd name="connsiteY15" fmla="*/ 6610596 h 6610596"/>
              <a:gd name="connsiteX16" fmla="*/ 4582960 w 5638798"/>
              <a:gd name="connsiteY16" fmla="*/ 6610596 h 6610596"/>
              <a:gd name="connsiteX17" fmla="*/ 4549458 w 5638798"/>
              <a:gd name="connsiteY17" fmla="*/ 6610596 h 6610596"/>
              <a:gd name="connsiteX18" fmla="*/ 4532255 w 5638798"/>
              <a:gd name="connsiteY18" fmla="*/ 6610596 h 6610596"/>
              <a:gd name="connsiteX19" fmla="*/ 4525010 w 5638798"/>
              <a:gd name="connsiteY19" fmla="*/ 6610596 h 6610596"/>
              <a:gd name="connsiteX20" fmla="*/ 4477576 w 5638798"/>
              <a:gd name="connsiteY20" fmla="*/ 6610596 h 6610596"/>
              <a:gd name="connsiteX21" fmla="*/ 4251848 w 5638798"/>
              <a:gd name="connsiteY21" fmla="*/ 6610596 h 6610596"/>
              <a:gd name="connsiteX22" fmla="*/ 4040223 w 5638798"/>
              <a:gd name="connsiteY22" fmla="*/ 6610596 h 6610596"/>
              <a:gd name="connsiteX23" fmla="*/ 3842247 w 5638798"/>
              <a:gd name="connsiteY23" fmla="*/ 6610596 h 6610596"/>
              <a:gd name="connsiteX24" fmla="*/ 3657464 w 5638798"/>
              <a:gd name="connsiteY24" fmla="*/ 6610596 h 6610596"/>
              <a:gd name="connsiteX25" fmla="*/ 3485419 w 5638798"/>
              <a:gd name="connsiteY25" fmla="*/ 6610596 h 6610596"/>
              <a:gd name="connsiteX26" fmla="*/ 3478798 w 5638798"/>
              <a:gd name="connsiteY26" fmla="*/ 6610596 h 6610596"/>
              <a:gd name="connsiteX27" fmla="*/ 3325658 w 5638798"/>
              <a:gd name="connsiteY27" fmla="*/ 6610596 h 6610596"/>
              <a:gd name="connsiteX28" fmla="*/ 3177726 w 5638798"/>
              <a:gd name="connsiteY28" fmla="*/ 6610596 h 6610596"/>
              <a:gd name="connsiteX29" fmla="*/ 3041167 w 5638798"/>
              <a:gd name="connsiteY29" fmla="*/ 6610596 h 6610596"/>
              <a:gd name="connsiteX30" fmla="*/ 2915526 w 5638798"/>
              <a:gd name="connsiteY30" fmla="*/ 6610596 h 6610596"/>
              <a:gd name="connsiteX31" fmla="*/ 2800350 w 5638798"/>
              <a:gd name="connsiteY31" fmla="*/ 6610596 h 6610596"/>
              <a:gd name="connsiteX32" fmla="*/ 2695182 w 5638798"/>
              <a:gd name="connsiteY32" fmla="*/ 6610596 h 6610596"/>
              <a:gd name="connsiteX33" fmla="*/ 2599568 w 5638798"/>
              <a:gd name="connsiteY33" fmla="*/ 6610596 h 6610596"/>
              <a:gd name="connsiteX34" fmla="*/ 2513053 w 5638798"/>
              <a:gd name="connsiteY34" fmla="*/ 6610596 h 6610596"/>
              <a:gd name="connsiteX35" fmla="*/ 2435181 w 5638798"/>
              <a:gd name="connsiteY35" fmla="*/ 6610596 h 6610596"/>
              <a:gd name="connsiteX36" fmla="*/ 2365499 w 5638798"/>
              <a:gd name="connsiteY36" fmla="*/ 6610596 h 6610596"/>
              <a:gd name="connsiteX37" fmla="*/ 2303551 w 5638798"/>
              <a:gd name="connsiteY37" fmla="*/ 6610596 h 6610596"/>
              <a:gd name="connsiteX38" fmla="*/ 2201037 w 5638798"/>
              <a:gd name="connsiteY38" fmla="*/ 6610596 h 6610596"/>
              <a:gd name="connsiteX39" fmla="*/ 2124000 w 5638798"/>
              <a:gd name="connsiteY39" fmla="*/ 6610596 h 6610596"/>
              <a:gd name="connsiteX40" fmla="*/ 2068800 w 5638798"/>
              <a:gd name="connsiteY40" fmla="*/ 6610596 h 6610596"/>
              <a:gd name="connsiteX41" fmla="*/ 2031798 w 5638798"/>
              <a:gd name="connsiteY41" fmla="*/ 6610596 h 6610596"/>
              <a:gd name="connsiteX42" fmla="*/ 2009354 w 5638798"/>
              <a:gd name="connsiteY42" fmla="*/ 6610596 h 6610596"/>
              <a:gd name="connsiteX43" fmla="*/ 1997829 w 5638798"/>
              <a:gd name="connsiteY43" fmla="*/ 6610596 h 6610596"/>
              <a:gd name="connsiteX44" fmla="*/ 1992976 w 5638798"/>
              <a:gd name="connsiteY44" fmla="*/ 6610596 h 6610596"/>
              <a:gd name="connsiteX45" fmla="*/ 960 w 5638798"/>
              <a:gd name="connsiteY45" fmla="*/ 4449875 h 6610596"/>
              <a:gd name="connsiteX46" fmla="*/ 960 w 5638798"/>
              <a:gd name="connsiteY46" fmla="*/ 2037600 h 6610596"/>
              <a:gd name="connsiteX47" fmla="*/ 0 w 5638798"/>
              <a:gd name="connsiteY47" fmla="*/ 2037600 h 6610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638798" h="6610596">
                <a:moveTo>
                  <a:pt x="0" y="0"/>
                </a:moveTo>
                <a:lnTo>
                  <a:pt x="5638798" y="0"/>
                </a:lnTo>
                <a:lnTo>
                  <a:pt x="5638798" y="202104"/>
                </a:lnTo>
                <a:lnTo>
                  <a:pt x="5638798" y="2037600"/>
                </a:lnTo>
                <a:lnTo>
                  <a:pt x="5638798" y="6610596"/>
                </a:lnTo>
                <a:lnTo>
                  <a:pt x="5632286" y="6610596"/>
                </a:lnTo>
                <a:lnTo>
                  <a:pt x="5207960" y="6610596"/>
                </a:lnTo>
                <a:lnTo>
                  <a:pt x="5185096" y="6610596"/>
                </a:lnTo>
                <a:lnTo>
                  <a:pt x="5081079" y="6610596"/>
                </a:lnTo>
                <a:lnTo>
                  <a:pt x="5076398" y="6610596"/>
                </a:lnTo>
                <a:lnTo>
                  <a:pt x="5048924" y="6610596"/>
                </a:lnTo>
                <a:lnTo>
                  <a:pt x="4988609" y="6610596"/>
                </a:lnTo>
                <a:lnTo>
                  <a:pt x="4835586" y="6610596"/>
                </a:lnTo>
                <a:lnTo>
                  <a:pt x="4753403" y="6610596"/>
                </a:lnTo>
                <a:lnTo>
                  <a:pt x="4720591" y="6610596"/>
                </a:lnTo>
                <a:lnTo>
                  <a:pt x="4638194" y="6610596"/>
                </a:lnTo>
                <a:lnTo>
                  <a:pt x="4582960" y="6610596"/>
                </a:lnTo>
                <a:lnTo>
                  <a:pt x="4549458" y="6610596"/>
                </a:lnTo>
                <a:lnTo>
                  <a:pt x="4532255" y="6610596"/>
                </a:lnTo>
                <a:lnTo>
                  <a:pt x="4525010" y="6610596"/>
                </a:lnTo>
                <a:lnTo>
                  <a:pt x="4477576" y="6610596"/>
                </a:lnTo>
                <a:lnTo>
                  <a:pt x="4251848" y="6610596"/>
                </a:lnTo>
                <a:lnTo>
                  <a:pt x="4040223" y="6610596"/>
                </a:lnTo>
                <a:lnTo>
                  <a:pt x="3842247" y="6610596"/>
                </a:lnTo>
                <a:lnTo>
                  <a:pt x="3657464" y="6610596"/>
                </a:lnTo>
                <a:lnTo>
                  <a:pt x="3485419" y="6610596"/>
                </a:lnTo>
                <a:lnTo>
                  <a:pt x="3478798" y="6610596"/>
                </a:lnTo>
                <a:lnTo>
                  <a:pt x="3325658" y="6610596"/>
                </a:lnTo>
                <a:lnTo>
                  <a:pt x="3177726" y="6610596"/>
                </a:lnTo>
                <a:lnTo>
                  <a:pt x="3041167" y="6610596"/>
                </a:lnTo>
                <a:lnTo>
                  <a:pt x="2915526" y="6610596"/>
                </a:lnTo>
                <a:lnTo>
                  <a:pt x="2800350" y="6610596"/>
                </a:lnTo>
                <a:lnTo>
                  <a:pt x="2695182" y="6610596"/>
                </a:lnTo>
                <a:lnTo>
                  <a:pt x="2599568" y="6610596"/>
                </a:lnTo>
                <a:lnTo>
                  <a:pt x="2513053" y="6610596"/>
                </a:lnTo>
                <a:lnTo>
                  <a:pt x="2435181" y="6610596"/>
                </a:lnTo>
                <a:lnTo>
                  <a:pt x="2365499" y="6610596"/>
                </a:lnTo>
                <a:lnTo>
                  <a:pt x="2303551" y="6610596"/>
                </a:lnTo>
                <a:lnTo>
                  <a:pt x="2201037" y="6610596"/>
                </a:lnTo>
                <a:lnTo>
                  <a:pt x="2124000" y="6610596"/>
                </a:lnTo>
                <a:lnTo>
                  <a:pt x="2068800" y="6610596"/>
                </a:lnTo>
                <a:lnTo>
                  <a:pt x="2031798" y="6610596"/>
                </a:lnTo>
                <a:lnTo>
                  <a:pt x="2009354" y="6610596"/>
                </a:lnTo>
                <a:lnTo>
                  <a:pt x="1997829" y="6610596"/>
                </a:lnTo>
                <a:lnTo>
                  <a:pt x="1992976" y="6610596"/>
                </a:lnTo>
                <a:cubicBezTo>
                  <a:pt x="896667" y="6610596"/>
                  <a:pt x="960" y="5644091"/>
                  <a:pt x="960" y="4449875"/>
                </a:cubicBezTo>
                <a:lnTo>
                  <a:pt x="960" y="2037600"/>
                </a:lnTo>
                <a:lnTo>
                  <a:pt x="0" y="20376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tIns="1728000" anchor="ctr">
            <a:noAutofit/>
          </a:bodyPr>
          <a:lstStyle>
            <a:lvl1pPr algn="ctr">
              <a:defRPr sz="1200"/>
            </a:lvl1pPr>
          </a:lstStyle>
          <a:p>
            <a:pPr marL="0" marR="0" lvl="0" indent="0" algn="ctr" defTabSz="97539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Fügen Sie ein Bild über Klicken auf das Symbol ein. </a:t>
            </a:r>
            <a:br>
              <a:rPr lang="de-DE"/>
            </a:br>
            <a:br>
              <a:rPr lang="de-DE"/>
            </a:br>
            <a:r>
              <a:rPr lang="de-DE"/>
              <a:t>Alternativ kopieren Sie ein Bild in die Zwischenablage, </a:t>
            </a:r>
            <a:br>
              <a:rPr lang="de-DE"/>
            </a:br>
            <a:r>
              <a:rPr lang="de-DE"/>
              <a:t>wählen Sie den Platzhalter an und klicken Sie einfügen.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981AB9AA-8CD7-4A31-9357-09B049961E46}"/>
              </a:ext>
            </a:extLst>
          </p:cNvPr>
          <p:cNvSpPr>
            <a:spLocks noGrp="1"/>
          </p:cNvSpPr>
          <p:nvPr>
            <p:ph type="title"/>
          </p:nvPr>
        </p:nvSpPr>
        <p:spPr bwMode="blackGray">
          <a:xfrm>
            <a:off x="454025" y="0"/>
            <a:ext cx="5594350" cy="14255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BC65527-1B56-4930-A780-A299C861A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773614" y="7042150"/>
            <a:ext cx="3457574" cy="273050"/>
          </a:xfrm>
          <a:prstGeom prst="rect">
            <a:avLst/>
          </a:prstGeom>
          <a:solidFill>
            <a:srgbClr val="FBFBF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/>
          </a:p>
        </p:txBody>
      </p:sp>
      <p:sp>
        <p:nvSpPr>
          <p:cNvPr id="15" name="SmartArt-Platzhalter 15">
            <a:extLst>
              <a:ext uri="{FF2B5EF4-FFF2-40B4-BE49-F238E27FC236}">
                <a16:creationId xmlns:a16="http://schemas.microsoft.com/office/drawing/2014/main" id="{B3E39A9A-74FD-41F7-93DB-18F7E0768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 hasCustomPrompt="1"/>
          </p:nvPr>
        </p:nvSpPr>
        <p:spPr bwMode="gray">
          <a:xfrm>
            <a:off x="12118975" y="417513"/>
            <a:ext cx="431800" cy="425789"/>
          </a:xfrm>
          <a:custGeom>
            <a:avLst/>
            <a:gdLst>
              <a:gd name="connsiteX0" fmla="*/ 20503 w 431800"/>
              <a:gd name="connsiteY0" fmla="*/ 343790 h 425789"/>
              <a:gd name="connsiteX1" fmla="*/ 20503 w 431800"/>
              <a:gd name="connsiteY1" fmla="*/ 409200 h 425789"/>
              <a:gd name="connsiteX2" fmla="*/ 32017 w 431800"/>
              <a:gd name="connsiteY2" fmla="*/ 409200 h 425789"/>
              <a:gd name="connsiteX3" fmla="*/ 65023 w 431800"/>
              <a:gd name="connsiteY3" fmla="*/ 376495 h 425789"/>
              <a:gd name="connsiteX4" fmla="*/ 37390 w 431800"/>
              <a:gd name="connsiteY4" fmla="*/ 343790 h 425789"/>
              <a:gd name="connsiteX5" fmla="*/ 331663 w 431800"/>
              <a:gd name="connsiteY5" fmla="*/ 327201 h 425789"/>
              <a:gd name="connsiteX6" fmla="*/ 353649 w 431800"/>
              <a:gd name="connsiteY6" fmla="*/ 327201 h 425789"/>
              <a:gd name="connsiteX7" fmla="*/ 381731 w 431800"/>
              <a:gd name="connsiteY7" fmla="*/ 403799 h 425789"/>
              <a:gd name="connsiteX8" fmla="*/ 404456 w 431800"/>
              <a:gd name="connsiteY8" fmla="*/ 343833 h 425789"/>
              <a:gd name="connsiteX9" fmla="*/ 379514 w 431800"/>
              <a:gd name="connsiteY9" fmla="*/ 343833 h 425789"/>
              <a:gd name="connsiteX10" fmla="*/ 379514 w 431800"/>
              <a:gd name="connsiteY10" fmla="*/ 327201 h 425789"/>
              <a:gd name="connsiteX11" fmla="*/ 431800 w 431800"/>
              <a:gd name="connsiteY11" fmla="*/ 327201 h 425789"/>
              <a:gd name="connsiteX12" fmla="*/ 393833 w 431800"/>
              <a:gd name="connsiteY12" fmla="*/ 425789 h 425789"/>
              <a:gd name="connsiteX13" fmla="*/ 370369 w 431800"/>
              <a:gd name="connsiteY13" fmla="*/ 425789 h 425789"/>
              <a:gd name="connsiteX14" fmla="*/ 260439 w 431800"/>
              <a:gd name="connsiteY14" fmla="*/ 327201 h 425789"/>
              <a:gd name="connsiteX15" fmla="*/ 326396 w 431800"/>
              <a:gd name="connsiteY15" fmla="*/ 327201 h 425789"/>
              <a:gd name="connsiteX16" fmla="*/ 326396 w 431800"/>
              <a:gd name="connsiteY16" fmla="*/ 343833 h 425789"/>
              <a:gd name="connsiteX17" fmla="*/ 281593 w 431800"/>
              <a:gd name="connsiteY17" fmla="*/ 343833 h 425789"/>
              <a:gd name="connsiteX18" fmla="*/ 281593 w 431800"/>
              <a:gd name="connsiteY18" fmla="*/ 365823 h 425789"/>
              <a:gd name="connsiteX19" fmla="*/ 323348 w 431800"/>
              <a:gd name="connsiteY19" fmla="*/ 365823 h 425789"/>
              <a:gd name="connsiteX20" fmla="*/ 323348 w 431800"/>
              <a:gd name="connsiteY20" fmla="*/ 382547 h 425789"/>
              <a:gd name="connsiteX21" fmla="*/ 281593 w 431800"/>
              <a:gd name="connsiteY21" fmla="*/ 382547 h 425789"/>
              <a:gd name="connsiteX22" fmla="*/ 281593 w 431800"/>
              <a:gd name="connsiteY22" fmla="*/ 409804 h 425789"/>
              <a:gd name="connsiteX23" fmla="*/ 328706 w 431800"/>
              <a:gd name="connsiteY23" fmla="*/ 409804 h 425789"/>
              <a:gd name="connsiteX24" fmla="*/ 328706 w 431800"/>
              <a:gd name="connsiteY24" fmla="*/ 425789 h 425789"/>
              <a:gd name="connsiteX25" fmla="*/ 260439 w 431800"/>
              <a:gd name="connsiteY25" fmla="*/ 425789 h 425789"/>
              <a:gd name="connsiteX26" fmla="*/ 167138 w 431800"/>
              <a:gd name="connsiteY26" fmla="*/ 327201 h 425789"/>
              <a:gd name="connsiteX27" fmla="*/ 252033 w 431800"/>
              <a:gd name="connsiteY27" fmla="*/ 327201 h 425789"/>
              <a:gd name="connsiteX28" fmla="*/ 252033 w 431800"/>
              <a:gd name="connsiteY28" fmla="*/ 343833 h 425789"/>
              <a:gd name="connsiteX29" fmla="*/ 220994 w 431800"/>
              <a:gd name="connsiteY29" fmla="*/ 343833 h 425789"/>
              <a:gd name="connsiteX30" fmla="*/ 220994 w 431800"/>
              <a:gd name="connsiteY30" fmla="*/ 425789 h 425789"/>
              <a:gd name="connsiteX31" fmla="*/ 199008 w 431800"/>
              <a:gd name="connsiteY31" fmla="*/ 425789 h 425789"/>
              <a:gd name="connsiteX32" fmla="*/ 199008 w 431800"/>
              <a:gd name="connsiteY32" fmla="*/ 343833 h 425789"/>
              <a:gd name="connsiteX33" fmla="*/ 167138 w 431800"/>
              <a:gd name="connsiteY33" fmla="*/ 343833 h 425789"/>
              <a:gd name="connsiteX34" fmla="*/ 119379 w 431800"/>
              <a:gd name="connsiteY34" fmla="*/ 327201 h 425789"/>
              <a:gd name="connsiteX35" fmla="*/ 145152 w 431800"/>
              <a:gd name="connsiteY35" fmla="*/ 327201 h 425789"/>
              <a:gd name="connsiteX36" fmla="*/ 183766 w 431800"/>
              <a:gd name="connsiteY36" fmla="*/ 425789 h 425789"/>
              <a:gd name="connsiteX37" fmla="*/ 129171 w 431800"/>
              <a:gd name="connsiteY37" fmla="*/ 425789 h 425789"/>
              <a:gd name="connsiteX38" fmla="*/ 129171 w 431800"/>
              <a:gd name="connsiteY38" fmla="*/ 409804 h 425789"/>
              <a:gd name="connsiteX39" fmla="*/ 156515 w 431800"/>
              <a:gd name="connsiteY39" fmla="*/ 409804 h 425789"/>
              <a:gd name="connsiteX40" fmla="*/ 132311 w 431800"/>
              <a:gd name="connsiteY40" fmla="*/ 347713 h 425789"/>
              <a:gd name="connsiteX41" fmla="*/ 102658 w 431800"/>
              <a:gd name="connsiteY41" fmla="*/ 425789 h 425789"/>
              <a:gd name="connsiteX42" fmla="*/ 81411 w 431800"/>
              <a:gd name="connsiteY42" fmla="*/ 425789 h 425789"/>
              <a:gd name="connsiteX43" fmla="*/ 304 w 431800"/>
              <a:gd name="connsiteY43" fmla="*/ 327201 h 425789"/>
              <a:gd name="connsiteX44" fmla="*/ 38962 w 431800"/>
              <a:gd name="connsiteY44" fmla="*/ 327201 h 425789"/>
              <a:gd name="connsiteX45" fmla="*/ 85199 w 431800"/>
              <a:gd name="connsiteY45" fmla="*/ 377253 h 425789"/>
              <a:gd name="connsiteX46" fmla="*/ 35930 w 431800"/>
              <a:gd name="connsiteY46" fmla="*/ 425789 h 425789"/>
              <a:gd name="connsiteX47" fmla="*/ 304 w 431800"/>
              <a:gd name="connsiteY47" fmla="*/ 425789 h 425789"/>
              <a:gd name="connsiteX48" fmla="*/ 0 w 431800"/>
              <a:gd name="connsiteY48" fmla="*/ 0 h 425789"/>
              <a:gd name="connsiteX49" fmla="*/ 430267 w 431800"/>
              <a:gd name="connsiteY49" fmla="*/ 0 h 425789"/>
              <a:gd name="connsiteX50" fmla="*/ 430267 w 431800"/>
              <a:gd name="connsiteY50" fmla="*/ 304372 h 425789"/>
              <a:gd name="connsiteX51" fmla="*/ 0 w 431800"/>
              <a:gd name="connsiteY51" fmla="*/ 304372 h 425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31800" h="425789">
                <a:moveTo>
                  <a:pt x="20503" y="343790"/>
                </a:moveTo>
                <a:lnTo>
                  <a:pt x="20503" y="409200"/>
                </a:lnTo>
                <a:lnTo>
                  <a:pt x="32017" y="409200"/>
                </a:lnTo>
                <a:cubicBezTo>
                  <a:pt x="49671" y="409200"/>
                  <a:pt x="64256" y="397791"/>
                  <a:pt x="65023" y="376495"/>
                </a:cubicBezTo>
                <a:cubicBezTo>
                  <a:pt x="65791" y="355960"/>
                  <a:pt x="54277" y="343790"/>
                  <a:pt x="37390" y="343790"/>
                </a:cubicBezTo>
                <a:close/>
                <a:moveTo>
                  <a:pt x="331663" y="327201"/>
                </a:moveTo>
                <a:lnTo>
                  <a:pt x="353649" y="327201"/>
                </a:lnTo>
                <a:lnTo>
                  <a:pt x="381731" y="403799"/>
                </a:lnTo>
                <a:lnTo>
                  <a:pt x="404456" y="343833"/>
                </a:lnTo>
                <a:lnTo>
                  <a:pt x="379514" y="343833"/>
                </a:lnTo>
                <a:lnTo>
                  <a:pt x="379514" y="327201"/>
                </a:lnTo>
                <a:lnTo>
                  <a:pt x="431800" y="327201"/>
                </a:lnTo>
                <a:lnTo>
                  <a:pt x="393833" y="425789"/>
                </a:lnTo>
                <a:lnTo>
                  <a:pt x="370369" y="425789"/>
                </a:lnTo>
                <a:close/>
                <a:moveTo>
                  <a:pt x="260439" y="327201"/>
                </a:moveTo>
                <a:lnTo>
                  <a:pt x="326396" y="327201"/>
                </a:lnTo>
                <a:lnTo>
                  <a:pt x="326396" y="343833"/>
                </a:lnTo>
                <a:lnTo>
                  <a:pt x="281593" y="343833"/>
                </a:lnTo>
                <a:lnTo>
                  <a:pt x="281593" y="365823"/>
                </a:lnTo>
                <a:lnTo>
                  <a:pt x="323348" y="365823"/>
                </a:lnTo>
                <a:lnTo>
                  <a:pt x="323348" y="382547"/>
                </a:lnTo>
                <a:lnTo>
                  <a:pt x="281593" y="382547"/>
                </a:lnTo>
                <a:lnTo>
                  <a:pt x="281593" y="409804"/>
                </a:lnTo>
                <a:lnTo>
                  <a:pt x="328706" y="409804"/>
                </a:lnTo>
                <a:lnTo>
                  <a:pt x="328706" y="425789"/>
                </a:lnTo>
                <a:lnTo>
                  <a:pt x="260439" y="425789"/>
                </a:lnTo>
                <a:close/>
                <a:moveTo>
                  <a:pt x="167138" y="327201"/>
                </a:moveTo>
                <a:lnTo>
                  <a:pt x="252033" y="327201"/>
                </a:lnTo>
                <a:lnTo>
                  <a:pt x="252033" y="343833"/>
                </a:lnTo>
                <a:lnTo>
                  <a:pt x="220994" y="343833"/>
                </a:lnTo>
                <a:lnTo>
                  <a:pt x="220994" y="425789"/>
                </a:lnTo>
                <a:lnTo>
                  <a:pt x="199008" y="425789"/>
                </a:lnTo>
                <a:lnTo>
                  <a:pt x="199008" y="343833"/>
                </a:lnTo>
                <a:lnTo>
                  <a:pt x="167138" y="343833"/>
                </a:lnTo>
                <a:close/>
                <a:moveTo>
                  <a:pt x="119379" y="327201"/>
                </a:moveTo>
                <a:lnTo>
                  <a:pt x="145152" y="327201"/>
                </a:lnTo>
                <a:lnTo>
                  <a:pt x="183766" y="425789"/>
                </a:lnTo>
                <a:lnTo>
                  <a:pt x="129171" y="425789"/>
                </a:lnTo>
                <a:lnTo>
                  <a:pt x="129171" y="409804"/>
                </a:lnTo>
                <a:lnTo>
                  <a:pt x="156515" y="409804"/>
                </a:lnTo>
                <a:lnTo>
                  <a:pt x="132311" y="347713"/>
                </a:lnTo>
                <a:lnTo>
                  <a:pt x="102658" y="425789"/>
                </a:lnTo>
                <a:lnTo>
                  <a:pt x="81411" y="425789"/>
                </a:lnTo>
                <a:close/>
                <a:moveTo>
                  <a:pt x="304" y="327201"/>
                </a:moveTo>
                <a:lnTo>
                  <a:pt x="38962" y="327201"/>
                </a:lnTo>
                <a:cubicBezTo>
                  <a:pt x="65491" y="327201"/>
                  <a:pt x="84441" y="346919"/>
                  <a:pt x="85199" y="377253"/>
                </a:cubicBezTo>
                <a:cubicBezTo>
                  <a:pt x="85199" y="404555"/>
                  <a:pt x="62459" y="425789"/>
                  <a:pt x="35930" y="425789"/>
                </a:cubicBezTo>
                <a:lnTo>
                  <a:pt x="304" y="425789"/>
                </a:lnTo>
                <a:close/>
                <a:moveTo>
                  <a:pt x="0" y="0"/>
                </a:moveTo>
                <a:lnTo>
                  <a:pt x="430267" y="0"/>
                </a:lnTo>
                <a:lnTo>
                  <a:pt x="430267" y="304372"/>
                </a:lnTo>
                <a:lnTo>
                  <a:pt x="0" y="30437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r>
              <a:rPr lang="de-DE"/>
              <a:t>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9B003EA5-AA32-47D7-B316-5D5A946A41E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4024" y="1857375"/>
            <a:ext cx="2988200" cy="1534917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</p:spPr>
        <p:txBody>
          <a:bodyPr lIns="180000" tIns="180000" rIns="180000" bIns="180000"/>
          <a:lstStyle>
            <a:lvl1pPr algn="ctr">
              <a:defRPr sz="2800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9" name="Textplatzhalter 15">
            <a:extLst>
              <a:ext uri="{FF2B5EF4-FFF2-40B4-BE49-F238E27FC236}">
                <a16:creationId xmlns:a16="http://schemas.microsoft.com/office/drawing/2014/main" id="{0C4AAEDC-A872-440B-8056-3DC1DB4FCF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14201" y="1857375"/>
            <a:ext cx="2988200" cy="1534917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  <a:effectLst/>
        </p:spPr>
        <p:txBody>
          <a:bodyPr lIns="180000" tIns="180000" rIns="180000" bIns="180000"/>
          <a:lstStyle>
            <a:lvl1pPr algn="ctr">
              <a:defRPr sz="2800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0" name="Textplatzhalter 15">
            <a:extLst>
              <a:ext uri="{FF2B5EF4-FFF2-40B4-BE49-F238E27FC236}">
                <a16:creationId xmlns:a16="http://schemas.microsoft.com/office/drawing/2014/main" id="{9C94644D-8BAF-426C-B8C7-0FAC2BCBCB0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4024" y="3466527"/>
            <a:ext cx="2988200" cy="1534917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</p:spPr>
        <p:txBody>
          <a:bodyPr lIns="180000" tIns="180000" rIns="180000" bIns="180000"/>
          <a:lstStyle>
            <a:lvl1pPr algn="ctr">
              <a:defRPr sz="2800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1" name="Textplatzhalter 15">
            <a:extLst>
              <a:ext uri="{FF2B5EF4-FFF2-40B4-BE49-F238E27FC236}">
                <a16:creationId xmlns:a16="http://schemas.microsoft.com/office/drawing/2014/main" id="{D6383603-5861-4CAA-AF41-0373847C66C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14201" y="3466527"/>
            <a:ext cx="2988200" cy="1534917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</p:spPr>
        <p:txBody>
          <a:bodyPr lIns="180000" tIns="180000" rIns="180000" bIns="180000"/>
          <a:lstStyle>
            <a:lvl1pPr algn="ctr">
              <a:defRPr sz="2800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2" name="Textplatzhalter 15">
            <a:extLst>
              <a:ext uri="{FF2B5EF4-FFF2-40B4-BE49-F238E27FC236}">
                <a16:creationId xmlns:a16="http://schemas.microsoft.com/office/drawing/2014/main" id="{88C42342-BA99-44AD-8011-EDC6248210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4024" y="5075679"/>
            <a:ext cx="2988200" cy="1534917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</p:spPr>
        <p:txBody>
          <a:bodyPr lIns="180000" tIns="180000" rIns="180000" bIns="180000"/>
          <a:lstStyle>
            <a:lvl1pPr algn="ctr">
              <a:defRPr sz="2800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3" name="Textplatzhalter 15">
            <a:extLst>
              <a:ext uri="{FF2B5EF4-FFF2-40B4-BE49-F238E27FC236}">
                <a16:creationId xmlns:a16="http://schemas.microsoft.com/office/drawing/2014/main" id="{3EEEE3BE-22E7-4475-8EB1-EAA7B5E6ADA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14201" y="5075679"/>
            <a:ext cx="2988200" cy="1534917"/>
          </a:xfrm>
          <a:prstGeom prst="roundRect">
            <a:avLst>
              <a:gd name="adj" fmla="val 5638"/>
            </a:avLst>
          </a:prstGeom>
          <a:solidFill>
            <a:schemeClr val="bg1">
              <a:alpha val="30000"/>
            </a:schemeClr>
          </a:solidFill>
        </p:spPr>
        <p:txBody>
          <a:bodyPr lIns="180000" tIns="180000" rIns="180000" bIns="180000"/>
          <a:lstStyle>
            <a:lvl1pPr algn="ctr">
              <a:defRPr sz="2800" b="1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defRPr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ctr"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8pPr>
            <a:lvl9pPr algn="ct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00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3DCDE5B-513A-46BA-8A98-AC58A231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9C070849-8B4F-43CC-99EA-0B66E6566751}" type="datetime1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E88788-E36F-47D6-BDFF-F1DE523F2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C57C55-71A6-4F90-95E0-57275999CE9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9584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4025" y="0"/>
            <a:ext cx="11233150" cy="1425575"/>
          </a:xfrm>
          <a:prstGeom prst="rect">
            <a:avLst/>
          </a:prstGeom>
        </p:spPr>
        <p:txBody>
          <a:bodyPr vert="horz" lIns="0" tIns="342000" rIns="0" bIns="0" rtlCol="0" anchor="t" anchorCtr="0">
            <a:noAutofit/>
          </a:bodyPr>
          <a:lstStyle/>
          <a:p>
            <a:pPr lvl="0"/>
            <a:r>
              <a:rPr lang="de-DE" noProof="0" dirty="0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885824" y="1857375"/>
            <a:ext cx="11232601" cy="47529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  <a:p>
            <a:pPr lvl="5"/>
            <a:r>
              <a:rPr lang="de-DE" noProof="0" dirty="0"/>
              <a:t>Sechste Ebene</a:t>
            </a:r>
          </a:p>
          <a:p>
            <a:pPr lvl="6"/>
            <a:r>
              <a:rPr lang="de-DE" noProof="0" dirty="0"/>
              <a:t>Siebte Ebene</a:t>
            </a:r>
          </a:p>
          <a:p>
            <a:pPr lvl="7"/>
            <a:r>
              <a:rPr lang="de-DE" noProof="0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49F7C0A-5F13-4046-9280-FB1F4C66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94286" y="417513"/>
            <a:ext cx="180000" cy="6192837"/>
            <a:chOff x="-180000" y="417513"/>
            <a:chExt cx="180000" cy="6192837"/>
          </a:xfrm>
        </p:grpSpPr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B50B15BE-F5CE-46EC-AA89-28576B2F594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80000" y="417513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31A58D5B-0F77-4BCF-8F40-8086334C299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80000" y="1425575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E1DE6884-12F1-481D-9652-1DA6D17A780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80000" y="6610350"/>
              <a:ext cx="180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B9890DDC-AF54-472F-8C1A-08E8CF4557F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180000" y="1857375"/>
              <a:ext cx="180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B04E203-37DA-49E0-8077-FC84C0D11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13021467" y="417513"/>
            <a:ext cx="180000" cy="6192837"/>
            <a:chOff x="13004800" y="417513"/>
            <a:chExt cx="180000" cy="6192837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A05D8C0B-45C6-44B6-AD29-C0589D74585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3004800" y="417513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B014A53A-C4A5-45E0-A15D-314AD8563DB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3004800" y="1425575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0B5C577E-26B9-46BF-9615-859C136444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3004800" y="6610350"/>
              <a:ext cx="180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30A2CD38-AD63-421C-9CE1-7D1526F96D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3004800" y="1857375"/>
              <a:ext cx="180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5800E6B-5367-4C0B-8582-D711C0533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454731" y="-202227"/>
            <a:ext cx="11661069" cy="180000"/>
            <a:chOff x="454731" y="-180000"/>
            <a:chExt cx="11661069" cy="180000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AA0F9C05-B7F7-42A8-835B-CCAB43D62312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83356" y="-180000"/>
              <a:ext cx="0" cy="180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545DBB29-A695-4CDE-B8D2-70831578848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2115800" y="-180000"/>
              <a:ext cx="0" cy="180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65C0569E-249A-48BF-B596-AD0AA75B0118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>
              <a:off x="364731" y="-90000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420F848E-E9F1-4C3E-AA25-A395C85AA267}"/>
                </a:ext>
              </a:extLst>
            </p:cNvPr>
            <p:cNvCxnSpPr>
              <a:cxnSpLocks/>
            </p:cNvCxnSpPr>
            <p:nvPr userDrawn="1"/>
          </p:nvCxnSpPr>
          <p:spPr bwMode="gray">
            <a:xfrm rot="5400000">
              <a:off x="11596400" y="-90000"/>
              <a:ext cx="180000" cy="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C4EE6A3-FF68-4AD3-830B-491A04740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883356" y="7331998"/>
            <a:ext cx="11232444" cy="180000"/>
            <a:chOff x="883356" y="-180000"/>
            <a:chExt cx="11232444" cy="180000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B98EEAF8-C6BA-4EFB-B9DA-E3BD5542C5A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83356" y="-180000"/>
              <a:ext cx="0" cy="180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87EE3B2A-1F13-43A6-B1F9-DE84BD02474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2115800" y="-180000"/>
              <a:ext cx="0" cy="180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AD996BDD-B4B9-4A14-BD59-06665BC1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7042150"/>
            <a:ext cx="13004800" cy="273050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Date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0390191" y="7042150"/>
            <a:ext cx="1296984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666666"/>
                </a:solidFill>
              </a:defRPr>
            </a:lvl1pPr>
          </a:lstStyle>
          <a:p>
            <a:fld id="{E8F41A96-C831-405D-912C-55EC79CCBF24}" type="datetime1">
              <a:rPr lang="de-DE" smtClean="0"/>
              <a:t>10.06.2026</a:t>
            </a:fld>
            <a:endParaRPr lang="de-DE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54026" y="7042150"/>
            <a:ext cx="4319588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rgbClr val="666666"/>
                </a:solidFill>
              </a:defRPr>
            </a:lvl1pPr>
          </a:lstStyle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687175" y="7042150"/>
            <a:ext cx="863600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666666"/>
                </a:solidFill>
              </a:defRPr>
            </a:lvl1pPr>
          </a:lstStyle>
          <a:p>
            <a:fld id="{D612FFA8-16F3-4D16-935C-858579C7B66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A0754E9-1873-EFD8-F089-B683D233E81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03137" y="7193280"/>
            <a:ext cx="4206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Intern –</a:t>
            </a:r>
          </a:p>
        </p:txBody>
      </p:sp>
    </p:spTree>
    <p:extLst>
      <p:ext uri="{BB962C8B-B14F-4D97-AF65-F5344CB8AC3E}">
        <p14:creationId xmlns:p14="http://schemas.microsoft.com/office/powerpoint/2010/main" val="104093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2" r:id="rId2"/>
    <p:sldLayoutId id="2147483683" r:id="rId3"/>
    <p:sldLayoutId id="2147483684" r:id="rId4"/>
    <p:sldLayoutId id="2147483686" r:id="rId5"/>
    <p:sldLayoutId id="2147483685" r:id="rId6"/>
    <p:sldLayoutId id="2147483687" r:id="rId7"/>
    <p:sldLayoutId id="2147483688" r:id="rId8"/>
    <p:sldLayoutId id="2147483662" r:id="rId9"/>
    <p:sldLayoutId id="2147483695" r:id="rId10"/>
    <p:sldLayoutId id="2147483663" r:id="rId11"/>
    <p:sldLayoutId id="2147483664" r:id="rId12"/>
    <p:sldLayoutId id="2147483665" r:id="rId13"/>
    <p:sldLayoutId id="2147483666" r:id="rId14"/>
    <p:sldLayoutId id="2147483669" r:id="rId15"/>
    <p:sldLayoutId id="2147483668" r:id="rId16"/>
    <p:sldLayoutId id="2147483667" r:id="rId17"/>
    <p:sldLayoutId id="2147483671" r:id="rId18"/>
    <p:sldLayoutId id="2147483670" r:id="rId19"/>
    <p:sldLayoutId id="2147483672" r:id="rId20"/>
    <p:sldLayoutId id="2147483673" r:id="rId21"/>
    <p:sldLayoutId id="2147483674" r:id="rId22"/>
    <p:sldLayoutId id="2147483696" r:id="rId23"/>
    <p:sldLayoutId id="2147483676" r:id="rId24"/>
    <p:sldLayoutId id="2147483680" r:id="rId25"/>
    <p:sldLayoutId id="2147483689" r:id="rId26"/>
    <p:sldLayoutId id="2147483697" r:id="rId27"/>
  </p:sldLayoutIdLst>
  <p:hf hdr="0"/>
  <p:txStyles>
    <p:titleStyle>
      <a:lvl1pPr algn="l" defTabSz="975390" rtl="0" eaLnBrk="1" latinLnBrk="0" hangingPunct="1">
        <a:lnSpc>
          <a:spcPct val="100000"/>
        </a:lnSpc>
        <a:spcBef>
          <a:spcPct val="0"/>
        </a:spcBef>
        <a:buNone/>
        <a:defRPr sz="2800" b="1" kern="120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 sz="2800" b="1" kern="1200" baseline="0">
          <a:latin typeface="+mj-lt"/>
        </a:defRPr>
      </a:lvl2pPr>
      <a:lvl3pPr eaLnBrk="1" hangingPunct="1">
        <a:defRPr sz="2800" b="1" kern="1200" baseline="0">
          <a:latin typeface="+mj-lt"/>
        </a:defRPr>
      </a:lvl3pPr>
      <a:lvl4pPr eaLnBrk="1" hangingPunct="1">
        <a:defRPr sz="2800" b="1" kern="1200" baseline="0">
          <a:latin typeface="+mj-lt"/>
        </a:defRPr>
      </a:lvl4pPr>
      <a:lvl5pPr eaLnBrk="1" hangingPunct="1">
        <a:defRPr sz="2800" b="1" kern="1200" baseline="0">
          <a:latin typeface="+mj-lt"/>
        </a:defRPr>
      </a:lvl5pPr>
      <a:lvl6pPr eaLnBrk="1" hangingPunct="1">
        <a:defRPr sz="2800" b="1" kern="1200" baseline="0">
          <a:latin typeface="+mj-lt"/>
        </a:defRPr>
      </a:lvl6pPr>
      <a:lvl7pPr eaLnBrk="1" hangingPunct="1">
        <a:defRPr sz="2800" b="1" kern="1200" baseline="0">
          <a:latin typeface="+mj-lt"/>
        </a:defRPr>
      </a:lvl7pPr>
      <a:lvl8pPr eaLnBrk="1" hangingPunct="1">
        <a:defRPr sz="2800" b="1" kern="1200" baseline="0">
          <a:latin typeface="+mj-lt"/>
        </a:defRPr>
      </a:lvl8pPr>
      <a:lvl9pPr eaLnBrk="1" hangingPunct="1">
        <a:defRPr sz="2800" b="1" kern="1200" baseline="0">
          <a:latin typeface="+mj-lt"/>
        </a:defRPr>
      </a:lvl9pPr>
    </p:titleStyle>
    <p:bodyStyle>
      <a:lvl1pPr marL="0" indent="0" algn="l" defTabSz="97539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7539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216000" algn="l" defTabSz="97539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tx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216000" algn="l" defTabSz="97539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Clr>
          <a:schemeClr val="tx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648000" indent="-216000" algn="l" defTabSz="97539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Clr>
          <a:schemeClr val="tx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00" indent="-216000" algn="l" defTabSz="97539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tx1"/>
        </a:buClr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432000" indent="-216000" algn="l" defTabSz="97539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Clr>
          <a:schemeClr val="tx1"/>
        </a:buClr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7539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7539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 typeface="Arial" panose="020B0604020202020204" pitchFamily="34" charset="0"/>
        <a:buNone/>
        <a:defRPr sz="800" kern="1200">
          <a:solidFill>
            <a:srgbClr val="666666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6" userDrawn="1">
          <p15:clr>
            <a:srgbClr val="F26B43"/>
          </p15:clr>
        </p15:guide>
        <p15:guide id="2" pos="7906" userDrawn="1">
          <p15:clr>
            <a:srgbClr val="A4A3A4"/>
          </p15:clr>
        </p15:guide>
        <p15:guide id="3" pos="558" userDrawn="1">
          <p15:clr>
            <a:srgbClr val="9FCC3B"/>
          </p15:clr>
        </p15:guide>
        <p15:guide id="4" pos="7634" userDrawn="1">
          <p15:clr>
            <a:srgbClr val="9FCC3B"/>
          </p15:clr>
        </p15:guide>
        <p15:guide id="5" pos="830" userDrawn="1">
          <p15:clr>
            <a:srgbClr val="A4A3A4"/>
          </p15:clr>
        </p15:guide>
        <p15:guide id="6" pos="7362" userDrawn="1">
          <p15:clr>
            <a:srgbClr val="F26B43"/>
          </p15:clr>
        </p15:guide>
        <p15:guide id="7" pos="1102" userDrawn="1">
          <p15:clr>
            <a:srgbClr val="A4A3A4"/>
          </p15:clr>
        </p15:guide>
        <p15:guide id="8" pos="1374" userDrawn="1">
          <p15:clr>
            <a:srgbClr val="A4A3A4"/>
          </p15:clr>
        </p15:guide>
        <p15:guide id="9" pos="1647" userDrawn="1">
          <p15:clr>
            <a:srgbClr val="A4A3A4"/>
          </p15:clr>
        </p15:guide>
        <p15:guide id="10" pos="1919" userDrawn="1">
          <p15:clr>
            <a:srgbClr val="A4A3A4"/>
          </p15:clr>
        </p15:guide>
        <p15:guide id="11" pos="2191" userDrawn="1">
          <p15:clr>
            <a:srgbClr val="A4A3A4"/>
          </p15:clr>
        </p15:guide>
        <p15:guide id="12" pos="2463" userDrawn="1">
          <p15:clr>
            <a:srgbClr val="A4A3A4"/>
          </p15:clr>
        </p15:guide>
        <p15:guide id="13" pos="2735" userDrawn="1">
          <p15:clr>
            <a:srgbClr val="A4A3A4"/>
          </p15:clr>
        </p15:guide>
        <p15:guide id="14" pos="3007" userDrawn="1">
          <p15:clr>
            <a:srgbClr val="A4A3A4"/>
          </p15:clr>
        </p15:guide>
        <p15:guide id="15" pos="3280" userDrawn="1">
          <p15:clr>
            <a:srgbClr val="A4A3A4"/>
          </p15:clr>
        </p15:guide>
        <p15:guide id="16" pos="3552" userDrawn="1">
          <p15:clr>
            <a:srgbClr val="A4A3A4"/>
          </p15:clr>
        </p15:guide>
        <p15:guide id="17" pos="3824" userDrawn="1">
          <p15:clr>
            <a:srgbClr val="A4A3A4"/>
          </p15:clr>
        </p15:guide>
        <p15:guide id="18" pos="4096" userDrawn="1">
          <p15:clr>
            <a:srgbClr val="A4A3A4"/>
          </p15:clr>
        </p15:guide>
        <p15:guide id="19" pos="4368" userDrawn="1">
          <p15:clr>
            <a:srgbClr val="A4A3A4"/>
          </p15:clr>
        </p15:guide>
        <p15:guide id="20" pos="4640" userDrawn="1">
          <p15:clr>
            <a:srgbClr val="A4A3A4"/>
          </p15:clr>
        </p15:guide>
        <p15:guide id="21" pos="4912" userDrawn="1">
          <p15:clr>
            <a:srgbClr val="A4A3A4"/>
          </p15:clr>
        </p15:guide>
        <p15:guide id="22" pos="5185" userDrawn="1">
          <p15:clr>
            <a:srgbClr val="A4A3A4"/>
          </p15:clr>
        </p15:guide>
        <p15:guide id="23" pos="5457" userDrawn="1">
          <p15:clr>
            <a:srgbClr val="A4A3A4"/>
          </p15:clr>
        </p15:guide>
        <p15:guide id="24" pos="5729" userDrawn="1">
          <p15:clr>
            <a:srgbClr val="A4A3A4"/>
          </p15:clr>
        </p15:guide>
        <p15:guide id="25" pos="6001" userDrawn="1">
          <p15:clr>
            <a:srgbClr val="A4A3A4"/>
          </p15:clr>
        </p15:guide>
        <p15:guide id="26" pos="6273" userDrawn="1">
          <p15:clr>
            <a:srgbClr val="A4A3A4"/>
          </p15:clr>
        </p15:guide>
        <p15:guide id="27" pos="6545" userDrawn="1">
          <p15:clr>
            <a:srgbClr val="A4A3A4"/>
          </p15:clr>
        </p15:guide>
        <p15:guide id="28" pos="6818" userDrawn="1">
          <p15:clr>
            <a:srgbClr val="A4A3A4"/>
          </p15:clr>
        </p15:guide>
        <p15:guide id="29" pos="7089" userDrawn="1">
          <p15:clr>
            <a:srgbClr val="A4A3A4"/>
          </p15:clr>
        </p15:guide>
        <p15:guide id="30" orient="horz" pos="263" userDrawn="1">
          <p15:clr>
            <a:srgbClr val="F26B43"/>
          </p15:clr>
        </p15:guide>
        <p15:guide id="31" orient="horz" pos="898" userDrawn="1">
          <p15:clr>
            <a:srgbClr val="F26B43"/>
          </p15:clr>
        </p15:guide>
        <p15:guide id="32" orient="horz" pos="1170" userDrawn="1">
          <p15:clr>
            <a:srgbClr val="9FCC3B"/>
          </p15:clr>
        </p15:guide>
        <p15:guide id="33" orient="horz" pos="4164" userDrawn="1">
          <p15:clr>
            <a:srgbClr val="9FCC3B"/>
          </p15:clr>
        </p15:guide>
        <p15:guide id="34" orient="horz" pos="1442" userDrawn="1">
          <p15:clr>
            <a:srgbClr val="A4A3A4"/>
          </p15:clr>
        </p15:guide>
        <p15:guide id="35" orient="horz" pos="1714" userDrawn="1">
          <p15:clr>
            <a:srgbClr val="A4A3A4"/>
          </p15:clr>
        </p15:guide>
        <p15:guide id="36" orient="horz" pos="1986" userDrawn="1">
          <p15:clr>
            <a:srgbClr val="A4A3A4"/>
          </p15:clr>
        </p15:guide>
        <p15:guide id="37" orient="horz" pos="2259" userDrawn="1">
          <p15:clr>
            <a:srgbClr val="A4A3A4"/>
          </p15:clr>
        </p15:guide>
        <p15:guide id="38" orient="horz" pos="2531" userDrawn="1">
          <p15:clr>
            <a:srgbClr val="A4A3A4"/>
          </p15:clr>
        </p15:guide>
        <p15:guide id="39" orient="horz" pos="2803" userDrawn="1">
          <p15:clr>
            <a:srgbClr val="A4A3A4"/>
          </p15:clr>
        </p15:guide>
        <p15:guide id="40" orient="horz" pos="3075" userDrawn="1">
          <p15:clr>
            <a:srgbClr val="A4A3A4"/>
          </p15:clr>
        </p15:guide>
        <p15:guide id="41" orient="horz" pos="3347" userDrawn="1">
          <p15:clr>
            <a:srgbClr val="A4A3A4"/>
          </p15:clr>
        </p15:guide>
        <p15:guide id="42" orient="horz" pos="3619" userDrawn="1">
          <p15:clr>
            <a:srgbClr val="A4A3A4"/>
          </p15:clr>
        </p15:guide>
        <p15:guide id="43" orient="horz" pos="3892" userDrawn="1">
          <p15:clr>
            <a:srgbClr val="A4A3A4"/>
          </p15:clr>
        </p15:guide>
        <p15:guide id="44" orient="horz" pos="4436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3C1B3A4E-D81B-485E-8936-F427814602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-11904"/>
            <a:ext cx="13004800" cy="7315200"/>
          </a:xfrm>
        </p:spPr>
        <p:txBody>
          <a:bodyPr/>
          <a:lstStyle/>
          <a:p>
            <a:endParaRPr lang="de-DE" noProof="0" dirty="0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586937B-6FA8-4B1A-9FD4-7989A452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26" y="2289175"/>
            <a:ext cx="5400550" cy="2160588"/>
          </a:xfrm>
        </p:spPr>
        <p:txBody>
          <a:bodyPr/>
          <a:lstStyle/>
          <a:p>
            <a:r>
              <a:rPr lang="de-DE" sz="2400" dirty="0"/>
              <a:t>AI </a:t>
            </a:r>
            <a:r>
              <a:rPr lang="de-DE" sz="2400" dirty="0" err="1"/>
              <a:t>Red</a:t>
            </a:r>
            <a:r>
              <a:rPr lang="de-DE" sz="2400" dirty="0"/>
              <a:t> Teaming: Systematische Sicherheitsanalyse von Large Language Models mit Tool-Access</a:t>
            </a:r>
            <a:endParaRPr lang="de-DE" sz="2400" noProof="0" dirty="0"/>
          </a:p>
        </p:txBody>
      </p:sp>
      <p:sp>
        <p:nvSpPr>
          <p:cNvPr id="15" name="Untertitel 14">
            <a:extLst>
              <a:ext uri="{FF2B5EF4-FFF2-40B4-BE49-F238E27FC236}">
                <a16:creationId xmlns:a16="http://schemas.microsoft.com/office/drawing/2014/main" id="{18B703C6-9A89-437E-A28E-1B51150DC3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noProof="0" dirty="0"/>
              <a:t>Oliver Ilczuk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72600215-E05D-4590-B592-EB6FAFA131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5823" y="5169562"/>
            <a:ext cx="3887789" cy="1150889"/>
          </a:xfrm>
        </p:spPr>
        <p:txBody>
          <a:bodyPr/>
          <a:lstStyle/>
          <a:p>
            <a:r>
              <a:rPr lang="de-DE" b="1" noProof="0" dirty="0"/>
              <a:t>TINF2023</a:t>
            </a:r>
          </a:p>
          <a:p>
            <a:r>
              <a:rPr lang="de-DE" b="1" noProof="0" dirty="0"/>
              <a:t>DHBW Stuttgart Campus Horb</a:t>
            </a:r>
            <a:endParaRPr lang="de-DE" noProof="0" dirty="0"/>
          </a:p>
          <a:p>
            <a:r>
              <a:rPr lang="de-DE" noProof="0" dirty="0"/>
              <a:t> </a:t>
            </a:r>
          </a:p>
        </p:txBody>
      </p:sp>
      <p:sp>
        <p:nvSpPr>
          <p:cNvPr id="19" name="SmartArt-Platzhalter 18">
            <a:extLst>
              <a:ext uri="{FF2B5EF4-FFF2-40B4-BE49-F238E27FC236}">
                <a16:creationId xmlns:a16="http://schemas.microsoft.com/office/drawing/2014/main" id="{78109864-DCF9-4C93-989D-D03BEF60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92815362"/>
      </p:ext>
    </p:extLst>
  </p:cSld>
  <p:clrMapOvr>
    <a:masterClrMapping/>
  </p:clrMapOvr>
  <p:transition>
    <p:cover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53E077-4BAA-4581-8304-6F1825F3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36" y="-8184"/>
            <a:ext cx="5594350" cy="1425575"/>
          </a:xfrm>
        </p:spPr>
        <p:txBody>
          <a:bodyPr/>
          <a:lstStyle/>
          <a:p>
            <a:r>
              <a:rPr lang="de-DE" noProof="0" dirty="0"/>
              <a:t>Agenda</a:t>
            </a:r>
          </a:p>
        </p:txBody>
      </p:sp>
      <p:pic>
        <p:nvPicPr>
          <p:cNvPr id="33" name="Bildplatzhalter 32">
            <a:extLst>
              <a:ext uri="{FF2B5EF4-FFF2-40B4-BE49-F238E27FC236}">
                <a16:creationId xmlns:a16="http://schemas.microsoft.com/office/drawing/2014/main" id="{9090A91E-B334-4396-A83E-A948A9073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l="37781" r="9577" b="6237"/>
          <a:stretch/>
        </p:blipFill>
        <p:spPr>
          <a:xfrm>
            <a:off x="7437713" y="-8184"/>
            <a:ext cx="5567087" cy="6610596"/>
          </a:xfrm>
        </p:spPr>
      </p:pic>
      <p:sp>
        <p:nvSpPr>
          <p:cNvPr id="25" name="SmartArt-Platzhalter 24">
            <a:extLst>
              <a:ext uri="{FF2B5EF4-FFF2-40B4-BE49-F238E27FC236}">
                <a16:creationId xmlns:a16="http://schemas.microsoft.com/office/drawing/2014/main" id="{1A668144-AB80-464A-9A64-CFEBE49A1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DAB83F3-3102-4496-8800-BE21599AEB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4024" y="1857375"/>
            <a:ext cx="2988200" cy="1534917"/>
          </a:xfrm>
        </p:spPr>
        <p:txBody>
          <a:bodyPr/>
          <a:lstStyle/>
          <a:p>
            <a:r>
              <a:rPr lang="de-DE" noProof="0" dirty="0"/>
              <a:t>01</a:t>
            </a:r>
          </a:p>
          <a:p>
            <a:pPr lvl="1"/>
            <a:r>
              <a:rPr lang="de-DE" noProof="0" dirty="0"/>
              <a:t>Problemstellung &amp; Zielsetzung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31FD606-008F-41FC-AF98-7F63EFED361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514201" y="1857375"/>
            <a:ext cx="2988200" cy="1534917"/>
          </a:xfrm>
          <a:solidFill>
            <a:schemeClr val="bg1">
              <a:alpha val="30000"/>
            </a:schemeClr>
          </a:solidFill>
        </p:spPr>
        <p:txBody>
          <a:bodyPr vert="horz" lIns="180000" tIns="180000" rIns="180000" bIns="180000" rtlCol="0">
            <a:noAutofit/>
          </a:bodyPr>
          <a:lstStyle/>
          <a:p>
            <a:r>
              <a:rPr lang="de-DE" noProof="0" dirty="0"/>
              <a:t>02</a:t>
            </a:r>
          </a:p>
          <a:p>
            <a:pPr lvl="1"/>
            <a:r>
              <a:rPr lang="de-DE" noProof="0" dirty="0"/>
              <a:t>Stand der Literatur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FAE3A5B-EB99-4808-9506-F998500C72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4024" y="3466527"/>
            <a:ext cx="2988200" cy="1534917"/>
          </a:xfrm>
        </p:spPr>
        <p:txBody>
          <a:bodyPr/>
          <a:lstStyle/>
          <a:p>
            <a:r>
              <a:rPr lang="de-DE" noProof="0" dirty="0"/>
              <a:t>03</a:t>
            </a:r>
          </a:p>
          <a:p>
            <a:pPr lvl="1"/>
            <a:r>
              <a:rPr lang="de-DE" noProof="0" dirty="0"/>
              <a:t>Gliederungsvorschlag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FFBAF45D-4569-4C8F-9FAF-3A9BBFB284D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514201" y="3466527"/>
            <a:ext cx="2988200" cy="1534917"/>
          </a:xfrm>
          <a:solidFill>
            <a:schemeClr val="bg1">
              <a:alpha val="30000"/>
            </a:schemeClr>
          </a:solidFill>
        </p:spPr>
        <p:txBody>
          <a:bodyPr vert="horz" lIns="180000" tIns="180000" rIns="180000" bIns="180000" rtlCol="0">
            <a:noAutofit/>
          </a:bodyPr>
          <a:lstStyle/>
          <a:p>
            <a:r>
              <a:rPr lang="de-DE" noProof="0" dirty="0"/>
              <a:t>04</a:t>
            </a:r>
          </a:p>
          <a:p>
            <a:pPr lvl="1"/>
            <a:r>
              <a:rPr lang="de-DE" noProof="0" dirty="0"/>
              <a:t>Geplantes Vorgehen &amp;</a:t>
            </a:r>
          </a:p>
          <a:p>
            <a:pPr lvl="1"/>
            <a:r>
              <a:rPr lang="de-DE" noProof="0" dirty="0"/>
              <a:t>Zeitplan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32FCAEF-9164-465A-8338-DCC0C7B2B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B2D08668-5A90-485B-80D9-E0BD3823CC1F}" type="datetime1">
              <a:rPr lang="de-DE" noProof="0" smtClean="0"/>
              <a:t>10.06.2026</a:t>
            </a:fld>
            <a:endParaRPr lang="de-DE" noProof="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7D0F949-AAAE-7374-19A0-2AD6B14E49E4}"/>
              </a:ext>
            </a:extLst>
          </p:cNvPr>
          <p:cNvSpPr/>
          <p:nvPr/>
        </p:nvSpPr>
        <p:spPr bwMode="gray">
          <a:xfrm>
            <a:off x="6214368" y="7185992"/>
            <a:ext cx="648072" cy="129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 anchorCtr="0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endParaRPr lang="de-DE" sz="1600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603DE12-48DF-4EEB-AD4F-AC40A447A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4"/>
          </p:nvPr>
        </p:nvSpPr>
        <p:spPr>
          <a:xfrm>
            <a:off x="3960292" y="7035426"/>
            <a:ext cx="4319588" cy="236219"/>
          </a:xfrm>
        </p:spPr>
        <p:txBody>
          <a:bodyPr/>
          <a:lstStyle/>
          <a:p>
            <a:pPr algn="ctr"/>
            <a:r>
              <a:rPr lang="de-DE" noProof="0" dirty="0"/>
              <a:t>Bachelorarbeit T3_3300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920858A-6EFA-4FB2-AFF4-B4732D2230F0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D612FFA8-16F3-4D16-935C-858579C7B661}" type="slidenum">
              <a:rPr lang="de-DE" noProof="0" smtClean="0"/>
              <a:pPr/>
              <a:t>2</a:t>
            </a:fld>
            <a:endParaRPr lang="de-DE" noProof="0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CB40CE98-A54F-079D-1A66-2B604CA47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 bwMode="gray">
          <a:xfrm>
            <a:off x="454026" y="7042150"/>
            <a:ext cx="4319588" cy="236219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b="1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noProof="0" dirty="0"/>
              <a:t>Oliver Ilczuk</a:t>
            </a:r>
          </a:p>
        </p:txBody>
      </p:sp>
    </p:spTree>
    <p:extLst>
      <p:ext uri="{BB962C8B-B14F-4D97-AF65-F5344CB8AC3E}">
        <p14:creationId xmlns:p14="http://schemas.microsoft.com/office/powerpoint/2010/main" val="1930895023"/>
      </p:ext>
    </p:extLst>
  </p:cSld>
  <p:clrMapOvr>
    <a:masterClrMapping/>
  </p:clrMapOvr>
  <p:transition>
    <p:cover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F3DAD-E340-5490-FA20-A0BC91E83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F6DBD2-510E-71CD-92FF-10EA2A49E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0"/>
            <a:ext cx="8640000" cy="1425575"/>
          </a:xfrm>
        </p:spPr>
        <p:txBody>
          <a:bodyPr/>
          <a:lstStyle/>
          <a:p>
            <a:r>
              <a:rPr lang="de-DE" noProof="0" dirty="0"/>
              <a:t>Problemstellung</a:t>
            </a:r>
          </a:p>
        </p:txBody>
      </p:sp>
      <p:sp>
        <p:nvSpPr>
          <p:cNvPr id="22" name="SmartArt-Platzhalter 21">
            <a:extLst>
              <a:ext uri="{FF2B5EF4-FFF2-40B4-BE49-F238E27FC236}">
                <a16:creationId xmlns:a16="http://schemas.microsoft.com/office/drawing/2014/main" id="{B977289A-938B-E763-A133-C7372D98D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745670A-9BAF-1DDF-FDA4-61BE17C7F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>
          <a:xfrm>
            <a:off x="10390191" y="7042150"/>
            <a:ext cx="1296984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137FAB-78A3-4F8F-86EB-AB8045FEC368}" type="datetime1">
              <a:rPr lang="de-DE" noProof="0" smtClean="0"/>
              <a:pPr/>
              <a:t>10.06.2026</a:t>
            </a:fld>
            <a:endParaRPr lang="de-DE" noProof="0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A7ED22A3-DD00-62F4-7421-C9E47F980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>
          <a:xfrm>
            <a:off x="454026" y="7042150"/>
            <a:ext cx="4319588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 dirty="0"/>
              <a:t>Oliver Ilczuk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6EC5908-F5E4-89DD-E916-F06158D489B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>
          <a:xfrm>
            <a:off x="11687175" y="7042150"/>
            <a:ext cx="863600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2FFA8-16F3-4D16-935C-858579C7B661}" type="slidenum">
              <a:rPr lang="de-DE" noProof="0" smtClean="0"/>
              <a:pPr/>
              <a:t>3</a:t>
            </a:fld>
            <a:endParaRPr lang="de-DE" noProof="0" dirty="0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C0E4583D-2C95-1B80-903C-C003878F4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825" y="1857376"/>
            <a:ext cx="5616575" cy="3528416"/>
          </a:xfrm>
          <a:prstGeom prst="roundRect">
            <a:avLst>
              <a:gd name="adj" fmla="val 1945"/>
            </a:avLst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 b="1" noProof="0" dirty="0">
              <a:solidFill>
                <a:schemeClr val="tx1"/>
              </a:solidFill>
            </a:endParaRPr>
          </a:p>
        </p:txBody>
      </p:sp>
      <p:sp>
        <p:nvSpPr>
          <p:cNvPr id="3" name="Textplatzhalter 16">
            <a:extLst>
              <a:ext uri="{FF2B5EF4-FFF2-40B4-BE49-F238E27FC236}">
                <a16:creationId xmlns:a16="http://schemas.microsoft.com/office/drawing/2014/main" id="{77FEBD19-69C5-AC1D-B008-17FAA85D7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9792" y="1975538"/>
            <a:ext cx="5382344" cy="341025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LLM-Chatbots erhalten zunehmend direkten Datenbankzugriff (Natural-Language-</a:t>
            </a:r>
            <a:r>
              <a:rPr lang="de-DE" dirty="0" err="1"/>
              <a:t>to</a:t>
            </a:r>
            <a:r>
              <a:rPr lang="de-DE" dirty="0"/>
              <a:t>-SQL). Sie übersetzen Nutzerfragen in SQL-Abfragen.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Damit entsteht eine neue Angriffsfläche: </a:t>
            </a:r>
            <a:r>
              <a:rPr lang="de-DE" i="1" dirty="0"/>
              <a:t>Prompt </a:t>
            </a:r>
            <a:r>
              <a:rPr lang="de-DE" i="1" dirty="0" err="1"/>
              <a:t>Injection</a:t>
            </a:r>
            <a:r>
              <a:rPr lang="de-DE" i="1" dirty="0"/>
              <a:t> </a:t>
            </a:r>
            <a:r>
              <a:rPr lang="de-DE" dirty="0"/>
              <a:t>kann zu Datenabfluss, unautorisierter SQL-Ausführung und Datenmanipulation führen.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Unternehmen brauchen Schutzmaßnahmen. Diese kosten Latenz, Rechenleistung und Geld.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Wie wirksam einzelne Abwehrebenen wirklich sind und was sie kosten, gilt empirisch belastbar zu untersuchen.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noProof="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DE9FB85-C525-06EF-17BC-71478F75EB50}"/>
              </a:ext>
            </a:extLst>
          </p:cNvPr>
          <p:cNvSpPr/>
          <p:nvPr/>
        </p:nvSpPr>
        <p:spPr bwMode="gray">
          <a:xfrm>
            <a:off x="6214368" y="7185992"/>
            <a:ext cx="648072" cy="129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 anchorCtr="0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endParaRPr lang="de-DE" sz="1600" noProof="0" dirty="0"/>
          </a:p>
        </p:txBody>
      </p:sp>
      <p:sp>
        <p:nvSpPr>
          <p:cNvPr id="14" name="Fußzeilenplatzhalter 6">
            <a:extLst>
              <a:ext uri="{FF2B5EF4-FFF2-40B4-BE49-F238E27FC236}">
                <a16:creationId xmlns:a16="http://schemas.microsoft.com/office/drawing/2014/main" id="{026268A6-600C-8D16-EFB7-A2C2A2BCF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3960292" y="7050580"/>
            <a:ext cx="4319588" cy="236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00" noProof="0" dirty="0">
                <a:solidFill>
                  <a:srgbClr val="666666"/>
                </a:solidFill>
              </a:rPr>
              <a:t>Bachelorarbeit T3_3300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6EC819-5FE0-79F0-4EC0-8090F0ABF8BF}"/>
              </a:ext>
            </a:extLst>
          </p:cNvPr>
          <p:cNvSpPr txBox="1">
            <a:spLocks/>
          </p:cNvSpPr>
          <p:nvPr/>
        </p:nvSpPr>
        <p:spPr bwMode="gray">
          <a:xfrm>
            <a:off x="885825" y="5748583"/>
            <a:ext cx="5616575" cy="865188"/>
          </a:xfrm>
          <a:prstGeom prst="roundRect">
            <a:avLst>
              <a:gd name="adj" fmla="val 11636"/>
            </a:avLst>
          </a:prstGeom>
          <a:solidFill>
            <a:schemeClr val="tx2"/>
          </a:solidFill>
          <a:effectLst/>
        </p:spPr>
        <p:txBody>
          <a:bodyPr vert="horz" lIns="108000" tIns="0" rIns="108000" bIns="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noProof="0" dirty="0"/>
              <a:t>Besonderer Fokus: </a:t>
            </a:r>
            <a:r>
              <a:rPr lang="de-DE" sz="1600" b="0" dirty="0"/>
              <a:t>Quantifizierter </a:t>
            </a:r>
            <a:r>
              <a:rPr lang="de-DE" sz="1600" dirty="0"/>
              <a:t>Sicherheits-Kosten-Trade-off</a:t>
            </a:r>
            <a:r>
              <a:rPr lang="de-DE" sz="1600" b="0" dirty="0"/>
              <a:t> (ASR ↔ Latenz/Energie)</a:t>
            </a:r>
            <a:endParaRPr lang="de-DE" b="0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80EE488-4CB7-FEFE-E865-16C4DDAE1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2434" y="1856970"/>
            <a:ext cx="5616575" cy="1656614"/>
          </a:xfrm>
          <a:prstGeom prst="roundRect">
            <a:avLst>
              <a:gd name="adj" fmla="val 1945"/>
            </a:avLst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 b="1" noProof="0" dirty="0">
              <a:solidFill>
                <a:schemeClr val="tx1"/>
              </a:solidFill>
            </a:endParaRPr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36C285F-B3FC-7381-D57F-F9F8D6C84051}"/>
              </a:ext>
            </a:extLst>
          </p:cNvPr>
          <p:cNvSpPr txBox="1">
            <a:spLocks/>
          </p:cNvSpPr>
          <p:nvPr/>
        </p:nvSpPr>
        <p:spPr bwMode="gray">
          <a:xfrm>
            <a:off x="7150472" y="2024482"/>
            <a:ext cx="5382344" cy="12730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de-DE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IST-Zustand</a:t>
            </a:r>
          </a:p>
          <a:p>
            <a:pPr>
              <a:spcAft>
                <a:spcPts val="1000"/>
              </a:spcAft>
            </a:pPr>
            <a:r>
              <a:rPr lang="de-DE" sz="1800" b="1" noProof="0" dirty="0" err="1"/>
              <a:t>Ungeschützer</a:t>
            </a:r>
            <a:r>
              <a:rPr lang="de-DE" sz="1800" b="1" noProof="0" dirty="0"/>
              <a:t> Tool-Access</a:t>
            </a:r>
          </a:p>
          <a:p>
            <a:r>
              <a:rPr lang="de-DE" dirty="0"/>
              <a:t>Prompt </a:t>
            </a:r>
            <a:r>
              <a:rPr lang="de-DE" dirty="0" err="1"/>
              <a:t>Injection</a:t>
            </a:r>
            <a:r>
              <a:rPr lang="de-DE" dirty="0"/>
              <a:t> kann zu Datenabfluss / SQL-Manipulation führen</a:t>
            </a: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11BE5F59-F778-ECE3-344E-1E8B76CD7C4D}"/>
              </a:ext>
            </a:extLst>
          </p:cNvPr>
          <p:cNvSpPr/>
          <p:nvPr/>
        </p:nvSpPr>
        <p:spPr>
          <a:xfrm>
            <a:off x="9515304" y="375053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noProof="0" dirty="0">
              <a:solidFill>
                <a:schemeClr val="accent5"/>
              </a:solidFill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BCECA2EA-4A03-7497-8220-BAB8B2314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950" y="3893184"/>
            <a:ext cx="263347" cy="263347"/>
          </a:xfrm>
          <a:prstGeom prst="rect">
            <a:avLst/>
          </a:prstGeom>
        </p:spPr>
      </p:pic>
      <p:sp>
        <p:nvSpPr>
          <p:cNvPr id="18" name="Shape 12">
            <a:extLst>
              <a:ext uri="{FF2B5EF4-FFF2-40B4-BE49-F238E27FC236}">
                <a16:creationId xmlns:a16="http://schemas.microsoft.com/office/drawing/2014/main" id="{A186DB02-F53B-E38C-CBC6-BD4DB1E4B728}"/>
              </a:ext>
            </a:extLst>
          </p:cNvPr>
          <p:cNvSpPr/>
          <p:nvPr/>
        </p:nvSpPr>
        <p:spPr>
          <a:xfrm>
            <a:off x="9515304" y="375053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de-DE" noProof="0" dirty="0">
              <a:solidFill>
                <a:schemeClr val="accent5"/>
              </a:solidFill>
            </a:endParaRPr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935EA4E6-04AE-A994-564D-E1F8EC71E5C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9670752" y="3905986"/>
            <a:ext cx="237744" cy="237744"/>
          </a:xfrm>
          <a:prstGeom prst="rect">
            <a:avLst/>
          </a:prstGeom>
          <a:ln>
            <a:noFill/>
          </a:ln>
        </p:spPr>
      </p:pic>
      <p:sp>
        <p:nvSpPr>
          <p:cNvPr id="20" name="Textplatzhalter 4">
            <a:extLst>
              <a:ext uri="{FF2B5EF4-FFF2-40B4-BE49-F238E27FC236}">
                <a16:creationId xmlns:a16="http://schemas.microsoft.com/office/drawing/2014/main" id="{983987CA-395B-B5F9-6492-BCE5544A5FA6}"/>
              </a:ext>
            </a:extLst>
          </p:cNvPr>
          <p:cNvSpPr txBox="1">
            <a:spLocks/>
          </p:cNvSpPr>
          <p:nvPr/>
        </p:nvSpPr>
        <p:spPr bwMode="gray">
          <a:xfrm>
            <a:off x="6956345" y="4527252"/>
            <a:ext cx="5616575" cy="2063022"/>
          </a:xfrm>
          <a:prstGeom prst="roundRect">
            <a:avLst>
              <a:gd name="adj" fmla="val 11636"/>
            </a:avLst>
          </a:prstGeom>
          <a:solidFill>
            <a:schemeClr val="tx2"/>
          </a:solidFill>
          <a:effectLst/>
        </p:spPr>
        <p:txBody>
          <a:bodyPr vert="horz" lIns="108000" tIns="0" rIns="108000" bIns="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600" b="0" noProof="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BB9C810-2A10-4294-7A6B-12E6891CC6CA}"/>
              </a:ext>
            </a:extLst>
          </p:cNvPr>
          <p:cNvSpPr txBox="1"/>
          <p:nvPr/>
        </p:nvSpPr>
        <p:spPr bwMode="gray">
          <a:xfrm>
            <a:off x="7100361" y="4665272"/>
            <a:ext cx="5184576" cy="17339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spcBef>
                <a:spcPts val="500"/>
              </a:spcBef>
              <a:spcAft>
                <a:spcPts val="1000"/>
              </a:spcAft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de-DE" sz="1600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ZIEL</a:t>
            </a:r>
          </a:p>
          <a:p>
            <a:r>
              <a:rPr lang="de-DE" b="1" dirty="0"/>
              <a:t>Defense-in-Depth, messbar bewertet</a:t>
            </a:r>
            <a:endParaRPr lang="de-DE" dirty="0"/>
          </a:p>
          <a:p>
            <a:pPr marL="0" indent="0" algn="l">
              <a:spcBef>
                <a:spcPts val="500"/>
              </a:spcBef>
              <a:buClr>
                <a:schemeClr val="bg2"/>
              </a:buClr>
              <a:buFont typeface="Wingdings" panose="05000000000000000000" pitchFamily="2" charset="2"/>
              <a:buNone/>
            </a:pPr>
            <a:endParaRPr lang="de-DE" sz="1600" noProof="0" dirty="0"/>
          </a:p>
          <a:p>
            <a:r>
              <a:rPr lang="de-DE" sz="1600" dirty="0"/>
              <a:t>Gestaffelte Abwehr; deren Wirksamkeit und Kosten quantifiziert.</a:t>
            </a:r>
          </a:p>
        </p:txBody>
      </p:sp>
    </p:spTree>
    <p:extLst>
      <p:ext uri="{BB962C8B-B14F-4D97-AF65-F5344CB8AC3E}">
        <p14:creationId xmlns:p14="http://schemas.microsoft.com/office/powerpoint/2010/main" val="2612672224"/>
      </p:ext>
    </p:extLst>
  </p:cSld>
  <p:clrMapOvr>
    <a:masterClrMapping/>
  </p:clrMapOvr>
  <p:transition>
    <p:cover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5C36D-BBE4-48E2-822E-227DB4CF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0"/>
            <a:ext cx="8640000" cy="1425575"/>
          </a:xfrm>
        </p:spPr>
        <p:txBody>
          <a:bodyPr/>
          <a:lstStyle/>
          <a:p>
            <a:r>
              <a:rPr lang="de-DE" noProof="0" dirty="0"/>
              <a:t>Zielsetzung &amp;</a:t>
            </a:r>
            <a:br>
              <a:rPr lang="de-DE" noProof="0" dirty="0"/>
            </a:br>
            <a:r>
              <a:rPr lang="de-DE" noProof="0" dirty="0"/>
              <a:t>mögliche Forschungsfragen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45600B35-C759-4002-AD64-55D1C8B6ADD1}"/>
              </a:ext>
            </a:extLst>
          </p:cNvPr>
          <p:cNvSpPr txBox="1">
            <a:spLocks/>
          </p:cNvSpPr>
          <p:nvPr/>
        </p:nvSpPr>
        <p:spPr bwMode="gray">
          <a:xfrm rot="5400000">
            <a:off x="814916" y="1930403"/>
            <a:ext cx="3454400" cy="3311525"/>
          </a:xfrm>
          <a:prstGeom prst="homePlate">
            <a:avLst>
              <a:gd name="adj" fmla="val 12895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vert="vert270" lIns="1152000" tIns="432000" rIns="432000" bIns="43200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 algn="ctr"/>
            <a:r>
              <a:rPr lang="de-DE" noProof="0" dirty="0"/>
              <a:t>Forschungsfrage 1</a:t>
            </a:r>
          </a:p>
          <a:p>
            <a:pPr algn="ctr"/>
            <a:r>
              <a:rPr lang="de-DE" dirty="0"/>
              <a:t>Wie stark senkt jede Defence-Layer sowie deren Kombination die </a:t>
            </a:r>
            <a:r>
              <a:rPr lang="de-DE" dirty="0" err="1"/>
              <a:t>Attack</a:t>
            </a:r>
            <a:r>
              <a:rPr lang="de-DE" dirty="0"/>
              <a:t>-Success-Rate (ASR) gegenüber der Baseline über die ausgewählten Angriffsklassen?</a:t>
            </a: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B4C190E7-7816-475A-AC86-D81513EC5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893044" y="1425575"/>
            <a:ext cx="1296988" cy="1296988"/>
            <a:chOff x="1893622" y="1425575"/>
            <a:chExt cx="1296988" cy="1296988"/>
          </a:xfrm>
        </p:grpSpPr>
        <p:sp>
          <p:nvSpPr>
            <p:cNvPr id="21" name="Textplatzhalter 20">
              <a:extLst>
                <a:ext uri="{FF2B5EF4-FFF2-40B4-BE49-F238E27FC236}">
                  <a16:creationId xmlns:a16="http://schemas.microsoft.com/office/drawing/2014/main" id="{AD7DFC1E-4EDE-4B20-AAB9-08905C0E9078}"/>
                </a:ext>
              </a:extLst>
            </p:cNvPr>
            <p:cNvSpPr txBox="1">
              <a:spLocks/>
            </p:cNvSpPr>
            <p:nvPr/>
          </p:nvSpPr>
          <p:spPr>
            <a:xfrm>
              <a:off x="1893622" y="1425575"/>
              <a:ext cx="1296988" cy="1296988"/>
            </a:xfrm>
            <a:prstGeom prst="roundRect">
              <a:avLst>
                <a:gd name="adj" fmla="val 5638"/>
              </a:avLst>
            </a:prstGeom>
            <a:solidFill>
              <a:schemeClr val="bg1"/>
            </a:solidFill>
            <a:effectLst>
              <a:outerShdw blurRad="317500" dist="165100" dir="5400000" algn="t" rotWithShape="0">
                <a:prstClr val="black">
                  <a:alpha val="30000"/>
                </a:prstClr>
              </a:outerShdw>
            </a:effectLst>
          </p:spPr>
          <p:txBody>
            <a:bodyPr vert="horz" lIns="360000" tIns="360000" rIns="0" bIns="0" rtlCol="0">
              <a:noAutofit/>
            </a:bodyPr>
            <a:lstStyle>
              <a:defPPr>
                <a:defRPr lang="de-DE"/>
              </a:defPPr>
              <a:lvl1pPr defTabSz="650230">
                <a:defRPr sz="2600"/>
              </a:lvl1pPr>
              <a:lvl2pPr marL="650230" defTabSz="650230">
                <a:defRPr sz="2600"/>
              </a:lvl2pPr>
              <a:lvl3pPr marL="1300460" defTabSz="650230">
                <a:defRPr sz="2600"/>
              </a:lvl3pPr>
              <a:lvl4pPr marL="1950690" defTabSz="650230">
                <a:defRPr sz="2600"/>
              </a:lvl4pPr>
              <a:lvl5pPr marL="2600919" defTabSz="650230">
                <a:defRPr sz="2600"/>
              </a:lvl5pPr>
              <a:lvl6pPr marL="3251149" defTabSz="650230">
                <a:defRPr sz="2600"/>
              </a:lvl6pPr>
              <a:lvl7pPr marL="3901379" defTabSz="650230">
                <a:defRPr sz="2600"/>
              </a:lvl7pPr>
              <a:lvl8pPr marL="4551609" defTabSz="650230">
                <a:defRPr sz="2600"/>
              </a:lvl8pPr>
              <a:lvl9pPr marL="5201839" defTabSz="650230">
                <a:defRPr sz="2600"/>
              </a:lvl9pPr>
            </a:lstStyle>
            <a:p>
              <a:endParaRPr lang="de-DE" noProof="0" dirty="0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DFF4866E-7AC4-46A8-AB1A-61968B2BBDB2}"/>
                </a:ext>
              </a:extLst>
            </p:cNvPr>
            <p:cNvSpPr/>
            <p:nvPr/>
          </p:nvSpPr>
          <p:spPr>
            <a:xfrm>
              <a:off x="2098543" y="1846755"/>
              <a:ext cx="887146" cy="454628"/>
            </a:xfrm>
            <a:custGeom>
              <a:avLst/>
              <a:gdLst>
                <a:gd name="connsiteX0" fmla="*/ 883026 w 887146"/>
                <a:gd name="connsiteY0" fmla="*/ 420433 h 454628"/>
                <a:gd name="connsiteX1" fmla="*/ 677857 w 887146"/>
                <a:gd name="connsiteY1" fmla="*/ 138875 h 454628"/>
                <a:gd name="connsiteX2" fmla="*/ 650425 w 887146"/>
                <a:gd name="connsiteY2" fmla="*/ 124968 h 454628"/>
                <a:gd name="connsiteX3" fmla="*/ 622993 w 887146"/>
                <a:gd name="connsiteY3" fmla="*/ 138875 h 454628"/>
                <a:gd name="connsiteX4" fmla="*/ 537363 w 887146"/>
                <a:gd name="connsiteY4" fmla="*/ 256318 h 454628"/>
                <a:gd name="connsiteX5" fmla="*/ 362675 w 887146"/>
                <a:gd name="connsiteY5" fmla="*/ 16573 h 454628"/>
                <a:gd name="connsiteX6" fmla="*/ 330099 w 887146"/>
                <a:gd name="connsiteY6" fmla="*/ 0 h 454628"/>
                <a:gd name="connsiteX7" fmla="*/ 297524 w 887146"/>
                <a:gd name="connsiteY7" fmla="*/ 16573 h 454628"/>
                <a:gd name="connsiteX8" fmla="*/ 4344 w 887146"/>
                <a:gd name="connsiteY8" fmla="*/ 418719 h 454628"/>
                <a:gd name="connsiteX9" fmla="*/ 2439 w 887146"/>
                <a:gd name="connsiteY9" fmla="*/ 442246 h 454628"/>
                <a:gd name="connsiteX10" fmla="*/ 22537 w 887146"/>
                <a:gd name="connsiteY10" fmla="*/ 454628 h 454628"/>
                <a:gd name="connsiteX11" fmla="*/ 865500 w 887146"/>
                <a:gd name="connsiteY11" fmla="*/ 454628 h 454628"/>
                <a:gd name="connsiteX12" fmla="*/ 884645 w 887146"/>
                <a:gd name="connsiteY12" fmla="*/ 442817 h 454628"/>
                <a:gd name="connsiteX13" fmla="*/ 883026 w 887146"/>
                <a:gd name="connsiteY13" fmla="*/ 420433 h 454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7146" h="454628">
                  <a:moveTo>
                    <a:pt x="883026" y="420433"/>
                  </a:moveTo>
                  <a:lnTo>
                    <a:pt x="677857" y="138875"/>
                  </a:lnTo>
                  <a:cubicBezTo>
                    <a:pt x="671475" y="130112"/>
                    <a:pt x="661284" y="124968"/>
                    <a:pt x="650425" y="124968"/>
                  </a:cubicBezTo>
                  <a:cubicBezTo>
                    <a:pt x="639567" y="124968"/>
                    <a:pt x="629375" y="130207"/>
                    <a:pt x="622993" y="138875"/>
                  </a:cubicBezTo>
                  <a:lnTo>
                    <a:pt x="537363" y="256318"/>
                  </a:lnTo>
                  <a:lnTo>
                    <a:pt x="362675" y="16573"/>
                  </a:lnTo>
                  <a:cubicBezTo>
                    <a:pt x="355150" y="6191"/>
                    <a:pt x="342958" y="0"/>
                    <a:pt x="330099" y="0"/>
                  </a:cubicBezTo>
                  <a:cubicBezTo>
                    <a:pt x="317241" y="0"/>
                    <a:pt x="305144" y="6191"/>
                    <a:pt x="297524" y="16573"/>
                  </a:cubicBezTo>
                  <a:lnTo>
                    <a:pt x="4344" y="418719"/>
                  </a:lnTo>
                  <a:cubicBezTo>
                    <a:pt x="-704" y="425672"/>
                    <a:pt x="-1371" y="434626"/>
                    <a:pt x="2439" y="442246"/>
                  </a:cubicBezTo>
                  <a:cubicBezTo>
                    <a:pt x="6345" y="449866"/>
                    <a:pt x="14060" y="454628"/>
                    <a:pt x="22537" y="454628"/>
                  </a:cubicBezTo>
                  <a:lnTo>
                    <a:pt x="865500" y="454628"/>
                  </a:lnTo>
                  <a:cubicBezTo>
                    <a:pt x="873691" y="454628"/>
                    <a:pt x="881025" y="450152"/>
                    <a:pt x="884645" y="442817"/>
                  </a:cubicBezTo>
                  <a:cubicBezTo>
                    <a:pt x="888550" y="435578"/>
                    <a:pt x="887788" y="427006"/>
                    <a:pt x="883026" y="42043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D7BA39DC-BBC4-468D-8CFC-A101304F9889}"/>
              </a:ext>
            </a:extLst>
          </p:cNvPr>
          <p:cNvSpPr txBox="1">
            <a:spLocks/>
          </p:cNvSpPr>
          <p:nvPr/>
        </p:nvSpPr>
        <p:spPr bwMode="gray">
          <a:xfrm rot="5400000">
            <a:off x="4558867" y="1930404"/>
            <a:ext cx="3454400" cy="3311525"/>
          </a:xfrm>
          <a:prstGeom prst="homePlate">
            <a:avLst>
              <a:gd name="adj" fmla="val 12895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vert="vert270" lIns="1152000" tIns="432000" rIns="432000" bIns="43200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 algn="ctr"/>
            <a:r>
              <a:rPr lang="de-DE" noProof="0" dirty="0"/>
              <a:t>Forschungsfrage 2</a:t>
            </a:r>
          </a:p>
          <a:p>
            <a:pPr lvl="7" algn="ctr"/>
            <a:r>
              <a:rPr lang="de-DE" sz="1600" b="0" dirty="0"/>
              <a:t>Welcher inkrementelle Preis an Latenz (TTFT, End-</a:t>
            </a:r>
            <a:r>
              <a:rPr lang="de-DE" sz="1600" b="0" dirty="0" err="1"/>
              <a:t>to</a:t>
            </a:r>
            <a:r>
              <a:rPr lang="de-DE" sz="1600" b="0" dirty="0"/>
              <a:t>-End) und Energie entsteht pro Layer — und wie verhält er sich zur ASR-Reduktion?</a:t>
            </a:r>
          </a:p>
          <a:p>
            <a:pPr lvl="7" algn="ctr"/>
            <a:endParaRPr lang="de-DE" noProof="0" dirty="0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D20D3CD2-37ED-48AE-A40F-1871958A9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37573" y="1425575"/>
            <a:ext cx="1296988" cy="1296988"/>
            <a:chOff x="1893622" y="1425575"/>
            <a:chExt cx="1296988" cy="1296988"/>
          </a:xfrm>
        </p:grpSpPr>
        <p:sp>
          <p:nvSpPr>
            <p:cNvPr id="58" name="Textplatzhalter 20">
              <a:extLst>
                <a:ext uri="{FF2B5EF4-FFF2-40B4-BE49-F238E27FC236}">
                  <a16:creationId xmlns:a16="http://schemas.microsoft.com/office/drawing/2014/main" id="{AC07B3A1-180F-42F4-B6AC-C35BBC2E0CF1}"/>
                </a:ext>
              </a:extLst>
            </p:cNvPr>
            <p:cNvSpPr txBox="1">
              <a:spLocks/>
            </p:cNvSpPr>
            <p:nvPr/>
          </p:nvSpPr>
          <p:spPr>
            <a:xfrm>
              <a:off x="1893622" y="1425575"/>
              <a:ext cx="1296988" cy="1296988"/>
            </a:xfrm>
            <a:prstGeom prst="roundRect">
              <a:avLst>
                <a:gd name="adj" fmla="val 5638"/>
              </a:avLst>
            </a:prstGeom>
            <a:solidFill>
              <a:schemeClr val="bg1"/>
            </a:solidFill>
            <a:effectLst>
              <a:outerShdw blurRad="317500" dist="165100" dir="5400000" algn="t" rotWithShape="0">
                <a:prstClr val="black">
                  <a:alpha val="30000"/>
                </a:prstClr>
              </a:outerShdw>
            </a:effectLst>
          </p:spPr>
          <p:txBody>
            <a:bodyPr vert="horz" lIns="360000" tIns="360000" rIns="0" bIns="0" rtlCol="0">
              <a:noAutofit/>
            </a:bodyPr>
            <a:lstStyle>
              <a:defPPr>
                <a:defRPr lang="de-DE"/>
              </a:defPPr>
              <a:lvl1pPr defTabSz="650230">
                <a:defRPr sz="2600"/>
              </a:lvl1pPr>
              <a:lvl2pPr marL="650230" defTabSz="650230">
                <a:defRPr sz="2600"/>
              </a:lvl2pPr>
              <a:lvl3pPr marL="1300460" defTabSz="650230">
                <a:defRPr sz="2600"/>
              </a:lvl3pPr>
              <a:lvl4pPr marL="1950690" defTabSz="650230">
                <a:defRPr sz="2600"/>
              </a:lvl4pPr>
              <a:lvl5pPr marL="2600919" defTabSz="650230">
                <a:defRPr sz="2600"/>
              </a:lvl5pPr>
              <a:lvl6pPr marL="3251149" defTabSz="650230">
                <a:defRPr sz="2600"/>
              </a:lvl6pPr>
              <a:lvl7pPr marL="3901379" defTabSz="650230">
                <a:defRPr sz="2600"/>
              </a:lvl7pPr>
              <a:lvl8pPr marL="4551609" defTabSz="650230">
                <a:defRPr sz="2600"/>
              </a:lvl8pPr>
              <a:lvl9pPr marL="5201839" defTabSz="650230">
                <a:defRPr sz="2600"/>
              </a:lvl9pPr>
            </a:lstStyle>
            <a:p>
              <a:endParaRPr lang="de-DE" noProof="0" dirty="0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774A6C53-85AC-4C28-9E6D-8D9131B6457C}"/>
                </a:ext>
              </a:extLst>
            </p:cNvPr>
            <p:cNvSpPr/>
            <p:nvPr/>
          </p:nvSpPr>
          <p:spPr>
            <a:xfrm>
              <a:off x="2098543" y="1846755"/>
              <a:ext cx="887146" cy="454628"/>
            </a:xfrm>
            <a:custGeom>
              <a:avLst/>
              <a:gdLst>
                <a:gd name="connsiteX0" fmla="*/ 883026 w 887146"/>
                <a:gd name="connsiteY0" fmla="*/ 420433 h 454628"/>
                <a:gd name="connsiteX1" fmla="*/ 677857 w 887146"/>
                <a:gd name="connsiteY1" fmla="*/ 138875 h 454628"/>
                <a:gd name="connsiteX2" fmla="*/ 650425 w 887146"/>
                <a:gd name="connsiteY2" fmla="*/ 124968 h 454628"/>
                <a:gd name="connsiteX3" fmla="*/ 622993 w 887146"/>
                <a:gd name="connsiteY3" fmla="*/ 138875 h 454628"/>
                <a:gd name="connsiteX4" fmla="*/ 537363 w 887146"/>
                <a:gd name="connsiteY4" fmla="*/ 256318 h 454628"/>
                <a:gd name="connsiteX5" fmla="*/ 362675 w 887146"/>
                <a:gd name="connsiteY5" fmla="*/ 16573 h 454628"/>
                <a:gd name="connsiteX6" fmla="*/ 330099 w 887146"/>
                <a:gd name="connsiteY6" fmla="*/ 0 h 454628"/>
                <a:gd name="connsiteX7" fmla="*/ 297524 w 887146"/>
                <a:gd name="connsiteY7" fmla="*/ 16573 h 454628"/>
                <a:gd name="connsiteX8" fmla="*/ 4344 w 887146"/>
                <a:gd name="connsiteY8" fmla="*/ 418719 h 454628"/>
                <a:gd name="connsiteX9" fmla="*/ 2439 w 887146"/>
                <a:gd name="connsiteY9" fmla="*/ 442246 h 454628"/>
                <a:gd name="connsiteX10" fmla="*/ 22537 w 887146"/>
                <a:gd name="connsiteY10" fmla="*/ 454628 h 454628"/>
                <a:gd name="connsiteX11" fmla="*/ 865500 w 887146"/>
                <a:gd name="connsiteY11" fmla="*/ 454628 h 454628"/>
                <a:gd name="connsiteX12" fmla="*/ 884645 w 887146"/>
                <a:gd name="connsiteY12" fmla="*/ 442817 h 454628"/>
                <a:gd name="connsiteX13" fmla="*/ 883026 w 887146"/>
                <a:gd name="connsiteY13" fmla="*/ 420433 h 454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7146" h="454628">
                  <a:moveTo>
                    <a:pt x="883026" y="420433"/>
                  </a:moveTo>
                  <a:lnTo>
                    <a:pt x="677857" y="138875"/>
                  </a:lnTo>
                  <a:cubicBezTo>
                    <a:pt x="671475" y="130112"/>
                    <a:pt x="661284" y="124968"/>
                    <a:pt x="650425" y="124968"/>
                  </a:cubicBezTo>
                  <a:cubicBezTo>
                    <a:pt x="639567" y="124968"/>
                    <a:pt x="629375" y="130207"/>
                    <a:pt x="622993" y="138875"/>
                  </a:cubicBezTo>
                  <a:lnTo>
                    <a:pt x="537363" y="256318"/>
                  </a:lnTo>
                  <a:lnTo>
                    <a:pt x="362675" y="16573"/>
                  </a:lnTo>
                  <a:cubicBezTo>
                    <a:pt x="355150" y="6191"/>
                    <a:pt x="342958" y="0"/>
                    <a:pt x="330099" y="0"/>
                  </a:cubicBezTo>
                  <a:cubicBezTo>
                    <a:pt x="317241" y="0"/>
                    <a:pt x="305144" y="6191"/>
                    <a:pt x="297524" y="16573"/>
                  </a:cubicBezTo>
                  <a:lnTo>
                    <a:pt x="4344" y="418719"/>
                  </a:lnTo>
                  <a:cubicBezTo>
                    <a:pt x="-704" y="425672"/>
                    <a:pt x="-1371" y="434626"/>
                    <a:pt x="2439" y="442246"/>
                  </a:cubicBezTo>
                  <a:cubicBezTo>
                    <a:pt x="6345" y="449866"/>
                    <a:pt x="14060" y="454628"/>
                    <a:pt x="22537" y="454628"/>
                  </a:cubicBezTo>
                  <a:lnTo>
                    <a:pt x="865500" y="454628"/>
                  </a:lnTo>
                  <a:cubicBezTo>
                    <a:pt x="873691" y="454628"/>
                    <a:pt x="881025" y="450152"/>
                    <a:pt x="884645" y="442817"/>
                  </a:cubicBezTo>
                  <a:cubicBezTo>
                    <a:pt x="888550" y="435578"/>
                    <a:pt x="887788" y="427006"/>
                    <a:pt x="883026" y="42043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C059EB9D-4341-4356-BC66-CBA9F0DCD1E1}"/>
              </a:ext>
            </a:extLst>
          </p:cNvPr>
          <p:cNvSpPr txBox="1">
            <a:spLocks/>
          </p:cNvSpPr>
          <p:nvPr/>
        </p:nvSpPr>
        <p:spPr bwMode="gray">
          <a:xfrm rot="5400000">
            <a:off x="8302818" y="1930405"/>
            <a:ext cx="3454400" cy="3311525"/>
          </a:xfrm>
          <a:prstGeom prst="homePlate">
            <a:avLst>
              <a:gd name="adj" fmla="val 12895"/>
            </a:avLst>
          </a:prstGeom>
          <a:solidFill>
            <a:schemeClr val="tx2">
              <a:lumMod val="40000"/>
              <a:lumOff val="60000"/>
            </a:schemeClr>
          </a:solidFill>
        </p:spPr>
        <p:txBody>
          <a:bodyPr vert="vert270" lIns="1152000" tIns="432000" rIns="432000" bIns="43200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 algn="ctr"/>
            <a:r>
              <a:rPr lang="de-DE" noProof="0" dirty="0"/>
              <a:t>Forschungsfrage 3</a:t>
            </a:r>
          </a:p>
          <a:p>
            <a:pPr algn="ctr"/>
            <a:r>
              <a:rPr lang="de-DE" dirty="0"/>
              <a:t>Bietet infrastrukturseitige Härtung mehr marginale Sicherheit als LLM-seitige Maßnahmen — bei geringeren Latenzkosten?</a:t>
            </a:r>
          </a:p>
          <a:p>
            <a:pPr algn="ctr"/>
            <a:br>
              <a:rPr lang="de-DE" dirty="0"/>
            </a:br>
            <a:endParaRPr lang="de-DE" dirty="0"/>
          </a:p>
        </p:txBody>
      </p: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96E419C8-527D-4797-A8D5-05889411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81524" y="1425575"/>
            <a:ext cx="1296988" cy="1296988"/>
            <a:chOff x="1893622" y="1425575"/>
            <a:chExt cx="1296988" cy="1296988"/>
          </a:xfrm>
        </p:grpSpPr>
        <p:sp>
          <p:nvSpPr>
            <p:cNvPr id="68" name="Textplatzhalter 20">
              <a:extLst>
                <a:ext uri="{FF2B5EF4-FFF2-40B4-BE49-F238E27FC236}">
                  <a16:creationId xmlns:a16="http://schemas.microsoft.com/office/drawing/2014/main" id="{889FA921-5359-495B-A522-2F635A3BE742}"/>
                </a:ext>
              </a:extLst>
            </p:cNvPr>
            <p:cNvSpPr txBox="1">
              <a:spLocks/>
            </p:cNvSpPr>
            <p:nvPr/>
          </p:nvSpPr>
          <p:spPr>
            <a:xfrm>
              <a:off x="1893622" y="1425575"/>
              <a:ext cx="1296988" cy="1296988"/>
            </a:xfrm>
            <a:prstGeom prst="roundRect">
              <a:avLst>
                <a:gd name="adj" fmla="val 5638"/>
              </a:avLst>
            </a:prstGeom>
            <a:solidFill>
              <a:schemeClr val="bg1"/>
            </a:solidFill>
            <a:effectLst>
              <a:outerShdw blurRad="317500" dist="165100" dir="5400000" algn="t" rotWithShape="0">
                <a:prstClr val="black">
                  <a:alpha val="30000"/>
                </a:prstClr>
              </a:outerShdw>
            </a:effectLst>
          </p:spPr>
          <p:txBody>
            <a:bodyPr vert="horz" lIns="360000" tIns="360000" rIns="0" bIns="0" rtlCol="0">
              <a:noAutofit/>
            </a:bodyPr>
            <a:lstStyle>
              <a:defPPr>
                <a:defRPr lang="de-DE"/>
              </a:defPPr>
              <a:lvl1pPr defTabSz="650230">
                <a:defRPr sz="2600"/>
              </a:lvl1pPr>
              <a:lvl2pPr marL="650230" defTabSz="650230">
                <a:defRPr sz="2600"/>
              </a:lvl2pPr>
              <a:lvl3pPr marL="1300460" defTabSz="650230">
                <a:defRPr sz="2600"/>
              </a:lvl3pPr>
              <a:lvl4pPr marL="1950690" defTabSz="650230">
                <a:defRPr sz="2600"/>
              </a:lvl4pPr>
              <a:lvl5pPr marL="2600919" defTabSz="650230">
                <a:defRPr sz="2600"/>
              </a:lvl5pPr>
              <a:lvl6pPr marL="3251149" defTabSz="650230">
                <a:defRPr sz="2600"/>
              </a:lvl6pPr>
              <a:lvl7pPr marL="3901379" defTabSz="650230">
                <a:defRPr sz="2600"/>
              </a:lvl7pPr>
              <a:lvl8pPr marL="4551609" defTabSz="650230">
                <a:defRPr sz="2600"/>
              </a:lvl8pPr>
              <a:lvl9pPr marL="5201839" defTabSz="650230">
                <a:defRPr sz="2600"/>
              </a:lvl9pPr>
            </a:lstStyle>
            <a:p>
              <a:endParaRPr lang="de-DE" noProof="0" dirty="0"/>
            </a:p>
          </p:txBody>
        </p:sp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B08D741C-9795-43B2-A1B0-8930553536F6}"/>
                </a:ext>
              </a:extLst>
            </p:cNvPr>
            <p:cNvSpPr/>
            <p:nvPr/>
          </p:nvSpPr>
          <p:spPr>
            <a:xfrm>
              <a:off x="2098543" y="1846755"/>
              <a:ext cx="887146" cy="454628"/>
            </a:xfrm>
            <a:custGeom>
              <a:avLst/>
              <a:gdLst>
                <a:gd name="connsiteX0" fmla="*/ 883026 w 887146"/>
                <a:gd name="connsiteY0" fmla="*/ 420433 h 454628"/>
                <a:gd name="connsiteX1" fmla="*/ 677857 w 887146"/>
                <a:gd name="connsiteY1" fmla="*/ 138875 h 454628"/>
                <a:gd name="connsiteX2" fmla="*/ 650425 w 887146"/>
                <a:gd name="connsiteY2" fmla="*/ 124968 h 454628"/>
                <a:gd name="connsiteX3" fmla="*/ 622993 w 887146"/>
                <a:gd name="connsiteY3" fmla="*/ 138875 h 454628"/>
                <a:gd name="connsiteX4" fmla="*/ 537363 w 887146"/>
                <a:gd name="connsiteY4" fmla="*/ 256318 h 454628"/>
                <a:gd name="connsiteX5" fmla="*/ 362675 w 887146"/>
                <a:gd name="connsiteY5" fmla="*/ 16573 h 454628"/>
                <a:gd name="connsiteX6" fmla="*/ 330099 w 887146"/>
                <a:gd name="connsiteY6" fmla="*/ 0 h 454628"/>
                <a:gd name="connsiteX7" fmla="*/ 297524 w 887146"/>
                <a:gd name="connsiteY7" fmla="*/ 16573 h 454628"/>
                <a:gd name="connsiteX8" fmla="*/ 4344 w 887146"/>
                <a:gd name="connsiteY8" fmla="*/ 418719 h 454628"/>
                <a:gd name="connsiteX9" fmla="*/ 2439 w 887146"/>
                <a:gd name="connsiteY9" fmla="*/ 442246 h 454628"/>
                <a:gd name="connsiteX10" fmla="*/ 22537 w 887146"/>
                <a:gd name="connsiteY10" fmla="*/ 454628 h 454628"/>
                <a:gd name="connsiteX11" fmla="*/ 865500 w 887146"/>
                <a:gd name="connsiteY11" fmla="*/ 454628 h 454628"/>
                <a:gd name="connsiteX12" fmla="*/ 884645 w 887146"/>
                <a:gd name="connsiteY12" fmla="*/ 442817 h 454628"/>
                <a:gd name="connsiteX13" fmla="*/ 883026 w 887146"/>
                <a:gd name="connsiteY13" fmla="*/ 420433 h 454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7146" h="454628">
                  <a:moveTo>
                    <a:pt x="883026" y="420433"/>
                  </a:moveTo>
                  <a:lnTo>
                    <a:pt x="677857" y="138875"/>
                  </a:lnTo>
                  <a:cubicBezTo>
                    <a:pt x="671475" y="130112"/>
                    <a:pt x="661284" y="124968"/>
                    <a:pt x="650425" y="124968"/>
                  </a:cubicBezTo>
                  <a:cubicBezTo>
                    <a:pt x="639567" y="124968"/>
                    <a:pt x="629375" y="130207"/>
                    <a:pt x="622993" y="138875"/>
                  </a:cubicBezTo>
                  <a:lnTo>
                    <a:pt x="537363" y="256318"/>
                  </a:lnTo>
                  <a:lnTo>
                    <a:pt x="362675" y="16573"/>
                  </a:lnTo>
                  <a:cubicBezTo>
                    <a:pt x="355150" y="6191"/>
                    <a:pt x="342958" y="0"/>
                    <a:pt x="330099" y="0"/>
                  </a:cubicBezTo>
                  <a:cubicBezTo>
                    <a:pt x="317241" y="0"/>
                    <a:pt x="305144" y="6191"/>
                    <a:pt x="297524" y="16573"/>
                  </a:cubicBezTo>
                  <a:lnTo>
                    <a:pt x="4344" y="418719"/>
                  </a:lnTo>
                  <a:cubicBezTo>
                    <a:pt x="-704" y="425672"/>
                    <a:pt x="-1371" y="434626"/>
                    <a:pt x="2439" y="442246"/>
                  </a:cubicBezTo>
                  <a:cubicBezTo>
                    <a:pt x="6345" y="449866"/>
                    <a:pt x="14060" y="454628"/>
                    <a:pt x="22537" y="454628"/>
                  </a:cubicBezTo>
                  <a:lnTo>
                    <a:pt x="865500" y="454628"/>
                  </a:lnTo>
                  <a:cubicBezTo>
                    <a:pt x="873691" y="454628"/>
                    <a:pt x="881025" y="450152"/>
                    <a:pt x="884645" y="442817"/>
                  </a:cubicBezTo>
                  <a:cubicBezTo>
                    <a:pt x="888550" y="435578"/>
                    <a:pt x="887788" y="427006"/>
                    <a:pt x="883026" y="420433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  <p:sp>
        <p:nvSpPr>
          <p:cNvPr id="10" name="SmartArt-Platzhalter 9">
            <a:extLst>
              <a:ext uri="{FF2B5EF4-FFF2-40B4-BE49-F238E27FC236}">
                <a16:creationId xmlns:a16="http://schemas.microsoft.com/office/drawing/2014/main" id="{759C3E60-1F06-4F39-A92D-05DC5D9C5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9AB37387-6638-4844-B6A4-DEFDCE09A2EB}"/>
              </a:ext>
            </a:extLst>
          </p:cNvPr>
          <p:cNvSpPr txBox="1">
            <a:spLocks/>
          </p:cNvSpPr>
          <p:nvPr/>
        </p:nvSpPr>
        <p:spPr bwMode="gray">
          <a:xfrm>
            <a:off x="885825" y="5530350"/>
            <a:ext cx="10800485" cy="1080000"/>
          </a:xfrm>
          <a:prstGeom prst="roundRect">
            <a:avLst>
              <a:gd name="adj" fmla="val 10317"/>
            </a:avLst>
          </a:prstGeom>
          <a:solidFill>
            <a:schemeClr val="tx2"/>
          </a:solidFill>
        </p:spPr>
        <p:txBody>
          <a:bodyPr vert="horz" lIns="144000" tIns="144000" rIns="144000" bIns="144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noProof="0" dirty="0"/>
              <a:t>Ziel: </a:t>
            </a:r>
            <a:r>
              <a:rPr lang="de-DE" sz="1800" b="0" dirty="0"/>
              <a:t>LLM-Sicherheit bei Datenbankzugriff systematisch </a:t>
            </a:r>
            <a:r>
              <a:rPr lang="de-DE" sz="1800" b="0" dirty="0" err="1"/>
              <a:t>red-teamen</a:t>
            </a:r>
            <a:r>
              <a:rPr lang="de-DE" sz="1800" b="0" dirty="0"/>
              <a:t> und eine gestaffelte Abwehr-Pipeline evaluieren — als Entscheidungsgrundlage, </a:t>
            </a:r>
            <a:r>
              <a:rPr lang="de-DE" sz="1800" b="0" i="1" dirty="0"/>
              <a:t>welche</a:t>
            </a:r>
            <a:r>
              <a:rPr lang="de-DE" sz="1800" b="0" dirty="0"/>
              <a:t> Schutzmaßnahme </a:t>
            </a:r>
            <a:r>
              <a:rPr lang="de-DE" sz="1800" b="0" i="1" dirty="0"/>
              <a:t>wie viel </a:t>
            </a:r>
            <a:r>
              <a:rPr lang="de-DE" sz="1800" b="0" dirty="0"/>
              <a:t>Sicherheit zu </a:t>
            </a:r>
            <a:r>
              <a:rPr lang="de-DE" sz="1800" b="0" i="1" dirty="0"/>
              <a:t>welchem</a:t>
            </a:r>
            <a:r>
              <a:rPr lang="de-DE" sz="1800" b="0" dirty="0"/>
              <a:t> Preis bringt.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98AAC6B-0FBD-4A8C-A7B1-76F57F2B4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>
          <a:xfrm>
            <a:off x="10390191" y="7042150"/>
            <a:ext cx="1296984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B7025C-BCA6-40C7-BFB1-2BE8C6999543}" type="datetime1">
              <a:rPr lang="de-DE" noProof="0" smtClean="0"/>
              <a:pPr/>
              <a:t>11.06.2026</a:t>
            </a:fld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4B05B36-095F-4257-922E-C030D8569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>
          <a:xfrm>
            <a:off x="454026" y="7042150"/>
            <a:ext cx="4319588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 dirty="0"/>
              <a:t>Oliver Ilczuk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BD8BDE7-9783-45C4-93CE-FD94F734416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>
          <a:xfrm>
            <a:off x="11687175" y="7042150"/>
            <a:ext cx="863600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2FFA8-16F3-4D16-935C-858579C7B661}" type="slidenum">
              <a:rPr lang="de-DE" noProof="0" smtClean="0"/>
              <a:pPr/>
              <a:t>4</a:t>
            </a:fld>
            <a:endParaRPr lang="de-DE" noProof="0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5F96ED6F-DA6D-4BCC-5526-D0CC4515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710" y="1578721"/>
            <a:ext cx="991306" cy="998759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E21033F4-1C9E-A868-3B25-FF8E5633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141" y="1623830"/>
            <a:ext cx="876422" cy="876422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6301B156-A547-0FF0-EB51-2686D515E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1815" y="1641985"/>
            <a:ext cx="796406" cy="807467"/>
          </a:xfrm>
          <a:prstGeom prst="rect">
            <a:avLst/>
          </a:prstGeom>
        </p:spPr>
      </p:pic>
      <p:sp>
        <p:nvSpPr>
          <p:cNvPr id="3" name="Fußzeilenplatzhalter 6">
            <a:extLst>
              <a:ext uri="{FF2B5EF4-FFF2-40B4-BE49-F238E27FC236}">
                <a16:creationId xmlns:a16="http://schemas.microsoft.com/office/drawing/2014/main" id="{BA42D3F3-BE6C-EBA1-66AC-65545E4F7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126273" y="7042150"/>
            <a:ext cx="4319588" cy="236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00" noProof="0" dirty="0">
                <a:solidFill>
                  <a:srgbClr val="666666"/>
                </a:solidFill>
              </a:rPr>
              <a:t>Bachelorarbeit T3_3300</a:t>
            </a:r>
          </a:p>
        </p:txBody>
      </p:sp>
    </p:spTree>
    <p:extLst>
      <p:ext uri="{BB962C8B-B14F-4D97-AF65-F5344CB8AC3E}">
        <p14:creationId xmlns:p14="http://schemas.microsoft.com/office/powerpoint/2010/main" val="2809254588"/>
      </p:ext>
    </p:extLst>
  </p:cSld>
  <p:clrMapOvr>
    <a:masterClrMapping/>
  </p:clrMapOvr>
  <p:transition>
    <p:cover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5C7C3923-EBE0-4BD0-9AB5-BAE2D844A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0" y="0"/>
            <a:ext cx="13004800" cy="3586165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 anchorCtr="0"/>
          <a:lstStyle/>
          <a:p>
            <a:pPr marL="216000" marR="0" lvl="0" indent="-21600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39944E66-FC1C-487D-83FC-BB4F8A5D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0"/>
            <a:ext cx="8640000" cy="1425575"/>
          </a:xfrm>
        </p:spPr>
        <p:txBody>
          <a:bodyPr/>
          <a:lstStyle/>
          <a:p>
            <a:r>
              <a:rPr lang="de-DE" dirty="0"/>
              <a:t>OWASP Top 10 </a:t>
            </a:r>
            <a:r>
              <a:rPr lang="de-DE" dirty="0" err="1"/>
              <a:t>for</a:t>
            </a:r>
            <a:r>
              <a:rPr lang="de-DE" dirty="0"/>
              <a:t> LLM (2025)</a:t>
            </a:r>
          </a:p>
        </p:txBody>
      </p:sp>
      <p:sp>
        <p:nvSpPr>
          <p:cNvPr id="9" name="SmartArt-Platzhalter 8">
            <a:extLst>
              <a:ext uri="{FF2B5EF4-FFF2-40B4-BE49-F238E27FC236}">
                <a16:creationId xmlns:a16="http://schemas.microsoft.com/office/drawing/2014/main" id="{0FB4344C-5292-4BBF-9D81-3BF4AD39F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051F0AEF-F08C-4F8E-B619-D772FDB8259C}"/>
              </a:ext>
            </a:extLst>
          </p:cNvPr>
          <p:cNvSpPr txBox="1">
            <a:spLocks/>
          </p:cNvSpPr>
          <p:nvPr/>
        </p:nvSpPr>
        <p:spPr bwMode="gray">
          <a:xfrm>
            <a:off x="885827" y="1860551"/>
            <a:ext cx="2592000" cy="4318000"/>
          </a:xfrm>
          <a:prstGeom prst="roundRect">
            <a:avLst>
              <a:gd name="adj" fmla="val 3940"/>
            </a:avLst>
          </a:prstGeom>
          <a:solidFill>
            <a:schemeClr val="bg1"/>
          </a:solidFill>
          <a:effectLst>
            <a:outerShdw blurRad="317500" dist="266700" dir="5400000" algn="ctr" rotWithShape="0">
              <a:srgbClr val="000000">
                <a:alpha val="40000"/>
              </a:srgbClr>
            </a:outerShdw>
          </a:effectLst>
        </p:spPr>
        <p:txBody>
          <a:bodyPr vert="horz" lIns="396000" tIns="396000" rIns="396000" bIns="39600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/>
            <a:r>
              <a:rPr lang="de-DE" dirty="0"/>
              <a:t>LLM01: Prompt </a:t>
            </a:r>
            <a:r>
              <a:rPr lang="de-DE" dirty="0" err="1"/>
              <a:t>Injection</a:t>
            </a:r>
            <a:endParaRPr lang="de-DE" dirty="0"/>
          </a:p>
          <a:p>
            <a:pPr lvl="7"/>
            <a:endParaRPr lang="de-DE" dirty="0"/>
          </a:p>
          <a:p>
            <a:r>
              <a:rPr lang="de-DE" i="1" dirty="0"/>
              <a:t>„</a:t>
            </a:r>
            <a:r>
              <a:rPr lang="de-DE" i="1" dirty="0" err="1"/>
              <a:t>Manipulating</a:t>
            </a:r>
            <a:r>
              <a:rPr lang="de-DE" i="1" dirty="0"/>
              <a:t> LLMs via </a:t>
            </a:r>
            <a:r>
              <a:rPr lang="de-DE" i="1" dirty="0" err="1"/>
              <a:t>crafted</a:t>
            </a:r>
            <a:r>
              <a:rPr lang="de-DE" i="1" dirty="0"/>
              <a:t> </a:t>
            </a:r>
            <a:r>
              <a:rPr lang="de-DE" i="1" dirty="0" err="1"/>
              <a:t>inputs</a:t>
            </a:r>
            <a:r>
              <a:rPr lang="de-DE" i="1" dirty="0"/>
              <a:t> </a:t>
            </a:r>
            <a:r>
              <a:rPr lang="de-DE" i="1" dirty="0" err="1"/>
              <a:t>can</a:t>
            </a:r>
            <a:r>
              <a:rPr lang="de-DE" i="1" dirty="0"/>
              <a:t> </a:t>
            </a:r>
            <a:r>
              <a:rPr lang="de-DE" i="1" dirty="0" err="1"/>
              <a:t>lead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unauthorized</a:t>
            </a:r>
            <a:r>
              <a:rPr lang="de-DE" i="1" dirty="0"/>
              <a:t> </a:t>
            </a:r>
            <a:r>
              <a:rPr lang="de-DE" i="1" dirty="0" err="1"/>
              <a:t>access</a:t>
            </a:r>
            <a:r>
              <a:rPr lang="de-DE" i="1" dirty="0"/>
              <a:t>, </a:t>
            </a:r>
            <a:r>
              <a:rPr lang="de-DE" i="1" dirty="0" err="1"/>
              <a:t>data</a:t>
            </a:r>
            <a:r>
              <a:rPr lang="de-DE" i="1" dirty="0"/>
              <a:t> </a:t>
            </a:r>
            <a:r>
              <a:rPr lang="de-DE" i="1" dirty="0" err="1"/>
              <a:t>breaches</a:t>
            </a:r>
            <a:r>
              <a:rPr lang="de-DE" i="1" dirty="0"/>
              <a:t>, and </a:t>
            </a:r>
            <a:r>
              <a:rPr lang="de-DE" i="1" dirty="0" err="1"/>
              <a:t>compromised</a:t>
            </a:r>
            <a:r>
              <a:rPr lang="de-DE" i="1" dirty="0"/>
              <a:t> </a:t>
            </a:r>
            <a:r>
              <a:rPr lang="de-DE" i="1" dirty="0" err="1"/>
              <a:t>decision-making</a:t>
            </a:r>
            <a:r>
              <a:rPr lang="de-DE" i="1" dirty="0"/>
              <a:t>.“</a:t>
            </a:r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A96AA18D-0F57-4574-A393-2DD7A2FE801A}"/>
              </a:ext>
            </a:extLst>
          </p:cNvPr>
          <p:cNvSpPr txBox="1">
            <a:spLocks/>
          </p:cNvSpPr>
          <p:nvPr/>
        </p:nvSpPr>
        <p:spPr bwMode="gray">
          <a:xfrm>
            <a:off x="3694812" y="1860551"/>
            <a:ext cx="2592000" cy="4318000"/>
          </a:xfrm>
          <a:prstGeom prst="roundRect">
            <a:avLst>
              <a:gd name="adj" fmla="val 3940"/>
            </a:avLst>
          </a:prstGeom>
          <a:solidFill>
            <a:schemeClr val="bg1"/>
          </a:solidFill>
          <a:effectLst>
            <a:outerShdw blurRad="317500" dist="266700" dir="5400000" algn="ctr" rotWithShape="0">
              <a:srgbClr val="000000">
                <a:alpha val="40000"/>
              </a:srgbClr>
            </a:outerShdw>
          </a:effectLst>
        </p:spPr>
        <p:txBody>
          <a:bodyPr vert="horz" lIns="396000" tIns="396000" rIns="396000" bIns="39600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/>
            <a:r>
              <a:rPr lang="de-DE" dirty="0"/>
              <a:t>LLM02:</a:t>
            </a:r>
            <a:r>
              <a:rPr lang="de-DE" u="sng" dirty="0"/>
              <a:t> </a:t>
            </a:r>
            <a:r>
              <a:rPr lang="de-DE" dirty="0"/>
              <a:t>Sensitive Information Disclosure</a:t>
            </a:r>
            <a:endParaRPr lang="de-DE" u="sng" dirty="0"/>
          </a:p>
          <a:p>
            <a:r>
              <a:rPr lang="de-DE" i="1" dirty="0"/>
              <a:t>„</a:t>
            </a:r>
            <a:r>
              <a:rPr lang="de-DE" i="1" dirty="0" err="1"/>
              <a:t>Failure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protect</a:t>
            </a:r>
            <a:r>
              <a:rPr lang="de-DE" i="1" dirty="0"/>
              <a:t> </a:t>
            </a:r>
            <a:r>
              <a:rPr lang="de-DE" i="1" dirty="0" err="1"/>
              <a:t>against</a:t>
            </a:r>
            <a:r>
              <a:rPr lang="de-DE" i="1" dirty="0"/>
              <a:t> </a:t>
            </a:r>
            <a:r>
              <a:rPr lang="de-DE" i="1" dirty="0" err="1"/>
              <a:t>disclosure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sensitive </a:t>
            </a:r>
            <a:r>
              <a:rPr lang="de-DE" i="1" dirty="0" err="1"/>
              <a:t>information</a:t>
            </a:r>
            <a:r>
              <a:rPr lang="de-DE" i="1" dirty="0"/>
              <a:t> in LLM </a:t>
            </a:r>
            <a:r>
              <a:rPr lang="de-DE" i="1" dirty="0" err="1"/>
              <a:t>outputs</a:t>
            </a:r>
            <a:r>
              <a:rPr lang="de-DE" i="1" dirty="0"/>
              <a:t> </a:t>
            </a:r>
            <a:r>
              <a:rPr lang="de-DE" i="1" dirty="0" err="1"/>
              <a:t>can</a:t>
            </a:r>
            <a:r>
              <a:rPr lang="de-DE" i="1" dirty="0"/>
              <a:t> </a:t>
            </a:r>
            <a:r>
              <a:rPr lang="de-DE" i="1" dirty="0" err="1"/>
              <a:t>result</a:t>
            </a:r>
            <a:r>
              <a:rPr lang="de-DE" i="1" dirty="0"/>
              <a:t> in legal </a:t>
            </a:r>
            <a:r>
              <a:rPr lang="de-DE" i="1" dirty="0" err="1"/>
              <a:t>consequences</a:t>
            </a:r>
            <a:r>
              <a:rPr lang="de-DE" i="1" dirty="0"/>
              <a:t> </a:t>
            </a:r>
            <a:r>
              <a:rPr lang="de-DE" i="1" dirty="0" err="1"/>
              <a:t>or</a:t>
            </a:r>
            <a:r>
              <a:rPr lang="de-DE" i="1" dirty="0"/>
              <a:t> a </a:t>
            </a:r>
            <a:r>
              <a:rPr lang="de-DE" i="1" dirty="0" err="1"/>
              <a:t>loss</a:t>
            </a:r>
            <a:r>
              <a:rPr lang="de-DE" i="1" dirty="0"/>
              <a:t> </a:t>
            </a:r>
            <a:r>
              <a:rPr lang="de-DE" i="1" dirty="0" err="1"/>
              <a:t>of</a:t>
            </a:r>
            <a:r>
              <a:rPr lang="de-DE" i="1" dirty="0"/>
              <a:t> </a:t>
            </a:r>
            <a:r>
              <a:rPr lang="de-DE" i="1" dirty="0" err="1"/>
              <a:t>competitive</a:t>
            </a:r>
            <a:r>
              <a:rPr lang="de-DE" i="1" dirty="0"/>
              <a:t> </a:t>
            </a:r>
            <a:r>
              <a:rPr lang="de-DE" i="1" dirty="0" err="1"/>
              <a:t>advantage</a:t>
            </a:r>
            <a:r>
              <a:rPr lang="de-DE" i="1" dirty="0"/>
              <a:t>.“</a:t>
            </a:r>
            <a:endParaRPr lang="de-DE" i="1" u="sng" dirty="0"/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08FB4F08-84BD-445E-A304-71A638ECED4A}"/>
              </a:ext>
            </a:extLst>
          </p:cNvPr>
          <p:cNvSpPr txBox="1">
            <a:spLocks/>
          </p:cNvSpPr>
          <p:nvPr/>
        </p:nvSpPr>
        <p:spPr bwMode="gray">
          <a:xfrm>
            <a:off x="6503797" y="1860550"/>
            <a:ext cx="2592000" cy="4821385"/>
          </a:xfrm>
          <a:prstGeom prst="roundRect">
            <a:avLst>
              <a:gd name="adj" fmla="val 3940"/>
            </a:avLst>
          </a:prstGeom>
          <a:solidFill>
            <a:schemeClr val="bg1"/>
          </a:solidFill>
          <a:effectLst>
            <a:outerShdw blurRad="317500" dist="266700" dir="5400000" algn="ctr" rotWithShape="0">
              <a:srgbClr val="000000">
                <a:alpha val="40000"/>
              </a:srgbClr>
            </a:outerShdw>
          </a:effectLst>
        </p:spPr>
        <p:txBody>
          <a:bodyPr vert="horz" lIns="396000" tIns="396000" rIns="396000" bIns="39600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/>
            <a:r>
              <a:rPr lang="de-DE" dirty="0"/>
              <a:t>LLM05: </a:t>
            </a:r>
            <a:r>
              <a:rPr lang="de-DE" dirty="0" err="1"/>
              <a:t>Improper</a:t>
            </a:r>
            <a:r>
              <a:rPr lang="de-DE" dirty="0"/>
              <a:t> Output Handling</a:t>
            </a:r>
          </a:p>
          <a:p>
            <a:r>
              <a:rPr lang="de-DE" sz="1400" i="1" dirty="0"/>
              <a:t>„</a:t>
            </a:r>
            <a:r>
              <a:rPr lang="de-DE" sz="1400" i="1" dirty="0" err="1"/>
              <a:t>Improper</a:t>
            </a:r>
            <a:r>
              <a:rPr lang="de-DE" sz="1400" i="1" dirty="0"/>
              <a:t> Output Handling </a:t>
            </a:r>
            <a:r>
              <a:rPr lang="de-DE" sz="1400" i="1" dirty="0" err="1"/>
              <a:t>refers</a:t>
            </a:r>
            <a:r>
              <a:rPr lang="de-DE" sz="1400" i="1" dirty="0"/>
              <a:t> </a:t>
            </a:r>
            <a:r>
              <a:rPr lang="de-DE" sz="1400" i="1" dirty="0" err="1"/>
              <a:t>specifically</a:t>
            </a:r>
            <a:r>
              <a:rPr lang="de-DE" sz="1400" i="1" dirty="0"/>
              <a:t> </a:t>
            </a:r>
            <a:r>
              <a:rPr lang="de-DE" sz="1400" i="1" dirty="0" err="1"/>
              <a:t>to</a:t>
            </a:r>
            <a:r>
              <a:rPr lang="de-DE" sz="1400" i="1" dirty="0"/>
              <a:t> </a:t>
            </a:r>
            <a:r>
              <a:rPr lang="de-DE" sz="1400" i="1" dirty="0" err="1"/>
              <a:t>insufficient</a:t>
            </a:r>
            <a:r>
              <a:rPr lang="de-DE" sz="1400" i="1" dirty="0"/>
              <a:t> </a:t>
            </a:r>
            <a:r>
              <a:rPr lang="de-DE" sz="1400" i="1" dirty="0" err="1"/>
              <a:t>validation</a:t>
            </a:r>
            <a:r>
              <a:rPr lang="de-DE" sz="1400" i="1" dirty="0"/>
              <a:t>, </a:t>
            </a:r>
            <a:r>
              <a:rPr lang="de-DE" sz="1400" i="1" dirty="0" err="1"/>
              <a:t>sanitization</a:t>
            </a:r>
            <a:r>
              <a:rPr lang="de-DE" sz="1400" i="1" dirty="0"/>
              <a:t>, and </a:t>
            </a:r>
            <a:r>
              <a:rPr lang="de-DE" sz="1400" i="1" dirty="0" err="1"/>
              <a:t>handling</a:t>
            </a:r>
            <a:r>
              <a:rPr lang="de-DE" sz="1400" i="1" dirty="0"/>
              <a:t> </a:t>
            </a:r>
            <a:r>
              <a:rPr lang="de-DE" sz="1400" i="1" dirty="0" err="1"/>
              <a:t>of</a:t>
            </a:r>
            <a:r>
              <a:rPr lang="de-DE" sz="1400" i="1" dirty="0"/>
              <a:t> </a:t>
            </a:r>
            <a:r>
              <a:rPr lang="de-DE" sz="1400" i="1" dirty="0" err="1"/>
              <a:t>the</a:t>
            </a:r>
            <a:r>
              <a:rPr lang="de-DE" sz="1400" i="1" dirty="0"/>
              <a:t> </a:t>
            </a:r>
            <a:r>
              <a:rPr lang="de-DE" sz="1400" i="1" dirty="0" err="1"/>
              <a:t>outputs</a:t>
            </a:r>
            <a:r>
              <a:rPr lang="de-DE" sz="1400" i="1" dirty="0"/>
              <a:t> </a:t>
            </a:r>
            <a:r>
              <a:rPr lang="de-DE" sz="1400" i="1" dirty="0" err="1"/>
              <a:t>generated</a:t>
            </a:r>
            <a:r>
              <a:rPr lang="de-DE" sz="1400" i="1" dirty="0"/>
              <a:t> </a:t>
            </a:r>
            <a:r>
              <a:rPr lang="de-DE" sz="1400" i="1" dirty="0" err="1"/>
              <a:t>by</a:t>
            </a:r>
            <a:r>
              <a:rPr lang="de-DE" sz="1400" i="1" dirty="0"/>
              <a:t> large </a:t>
            </a:r>
            <a:r>
              <a:rPr lang="de-DE" sz="1400" i="1" dirty="0" err="1"/>
              <a:t>language</a:t>
            </a:r>
            <a:r>
              <a:rPr lang="de-DE" sz="1400" i="1" dirty="0"/>
              <a:t> </a:t>
            </a:r>
            <a:r>
              <a:rPr lang="de-DE" sz="1400" i="1" dirty="0" err="1"/>
              <a:t>models</a:t>
            </a:r>
            <a:r>
              <a:rPr lang="de-DE" sz="1400" i="1" dirty="0"/>
              <a:t> </a:t>
            </a:r>
            <a:r>
              <a:rPr lang="de-DE" sz="1400" i="1" dirty="0" err="1"/>
              <a:t>before</a:t>
            </a:r>
            <a:r>
              <a:rPr lang="de-DE" sz="1400" i="1" dirty="0"/>
              <a:t> </a:t>
            </a:r>
            <a:r>
              <a:rPr lang="de-DE" sz="1400" i="1" dirty="0" err="1"/>
              <a:t>they</a:t>
            </a:r>
            <a:r>
              <a:rPr lang="de-DE" sz="1400" i="1" dirty="0"/>
              <a:t> </a:t>
            </a:r>
            <a:r>
              <a:rPr lang="de-DE" sz="1400" i="1" dirty="0" err="1"/>
              <a:t>are</a:t>
            </a:r>
            <a:r>
              <a:rPr lang="de-DE" sz="1400" i="1" dirty="0"/>
              <a:t> </a:t>
            </a:r>
            <a:r>
              <a:rPr lang="de-DE" sz="1400" i="1" dirty="0" err="1"/>
              <a:t>passed</a:t>
            </a:r>
            <a:r>
              <a:rPr lang="de-DE" sz="1400" i="1" dirty="0"/>
              <a:t> </a:t>
            </a:r>
            <a:r>
              <a:rPr lang="de-DE" sz="1400" i="1" dirty="0" err="1"/>
              <a:t>downstream</a:t>
            </a:r>
            <a:r>
              <a:rPr lang="de-DE" sz="1400" i="1" dirty="0"/>
              <a:t> </a:t>
            </a:r>
            <a:r>
              <a:rPr lang="de-DE" sz="1400" i="1" dirty="0" err="1"/>
              <a:t>to</a:t>
            </a:r>
            <a:r>
              <a:rPr lang="de-DE" sz="1400" i="1" dirty="0"/>
              <a:t> </a:t>
            </a:r>
            <a:r>
              <a:rPr lang="de-DE" sz="1400" i="1" dirty="0" err="1"/>
              <a:t>other</a:t>
            </a:r>
            <a:r>
              <a:rPr lang="de-DE" sz="1400" i="1" dirty="0"/>
              <a:t> </a:t>
            </a:r>
            <a:r>
              <a:rPr lang="de-DE" sz="1400" i="1" dirty="0" err="1"/>
              <a:t>components</a:t>
            </a:r>
            <a:r>
              <a:rPr lang="de-DE" sz="1400" i="1" dirty="0"/>
              <a:t> and </a:t>
            </a:r>
            <a:r>
              <a:rPr lang="de-DE" sz="1400" i="1" dirty="0" err="1"/>
              <a:t>systems</a:t>
            </a:r>
            <a:r>
              <a:rPr lang="de-DE" sz="1400" i="1" dirty="0"/>
              <a:t>.“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F63FDE9E-3186-48CD-8DA3-C71D3CB36EEA}"/>
              </a:ext>
            </a:extLst>
          </p:cNvPr>
          <p:cNvSpPr txBox="1">
            <a:spLocks/>
          </p:cNvSpPr>
          <p:nvPr/>
        </p:nvSpPr>
        <p:spPr bwMode="gray">
          <a:xfrm>
            <a:off x="9312781" y="1860551"/>
            <a:ext cx="2592000" cy="4318000"/>
          </a:xfrm>
          <a:prstGeom prst="roundRect">
            <a:avLst>
              <a:gd name="adj" fmla="val 3940"/>
            </a:avLst>
          </a:prstGeom>
          <a:solidFill>
            <a:schemeClr val="bg1"/>
          </a:solidFill>
          <a:effectLst>
            <a:outerShdw blurRad="317500" dist="266700" dir="5400000" algn="ctr" rotWithShape="0">
              <a:srgbClr val="000000">
                <a:alpha val="40000"/>
              </a:srgbClr>
            </a:outerShdw>
          </a:effectLst>
        </p:spPr>
        <p:txBody>
          <a:bodyPr vert="horz" lIns="396000" tIns="396000" rIns="396000" bIns="39600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/>
            <a:r>
              <a:rPr lang="de-DE" dirty="0"/>
              <a:t>LLM06:</a:t>
            </a:r>
          </a:p>
          <a:p>
            <a:pPr lvl="7"/>
            <a:r>
              <a:rPr lang="de-DE" dirty="0" err="1"/>
              <a:t>Excessive</a:t>
            </a:r>
            <a:r>
              <a:rPr lang="de-DE" dirty="0"/>
              <a:t> Agency</a:t>
            </a:r>
          </a:p>
          <a:p>
            <a:r>
              <a:rPr lang="de-DE" i="1" dirty="0"/>
              <a:t>„</a:t>
            </a:r>
            <a:r>
              <a:rPr lang="de-DE" i="1" dirty="0" err="1"/>
              <a:t>Granting</a:t>
            </a:r>
            <a:r>
              <a:rPr lang="de-DE" i="1" dirty="0"/>
              <a:t> LLMs </a:t>
            </a:r>
            <a:r>
              <a:rPr lang="de-DE" i="1" dirty="0" err="1"/>
              <a:t>unchecked</a:t>
            </a:r>
            <a:r>
              <a:rPr lang="de-DE" i="1" dirty="0"/>
              <a:t> </a:t>
            </a:r>
            <a:r>
              <a:rPr lang="de-DE" i="1" dirty="0" err="1"/>
              <a:t>autonomy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take</a:t>
            </a:r>
            <a:r>
              <a:rPr lang="de-DE" i="1" dirty="0"/>
              <a:t> </a:t>
            </a:r>
            <a:r>
              <a:rPr lang="de-DE" i="1" dirty="0" err="1"/>
              <a:t>action</a:t>
            </a:r>
            <a:r>
              <a:rPr lang="de-DE" i="1" dirty="0"/>
              <a:t> </a:t>
            </a:r>
            <a:r>
              <a:rPr lang="de-DE" i="1" dirty="0" err="1"/>
              <a:t>can</a:t>
            </a:r>
            <a:r>
              <a:rPr lang="de-DE" i="1" dirty="0"/>
              <a:t> </a:t>
            </a:r>
            <a:r>
              <a:rPr lang="de-DE" i="1" dirty="0" err="1"/>
              <a:t>lead</a:t>
            </a:r>
            <a:r>
              <a:rPr lang="de-DE" i="1" dirty="0"/>
              <a:t> </a:t>
            </a:r>
            <a:r>
              <a:rPr lang="de-DE" i="1" dirty="0" err="1"/>
              <a:t>to</a:t>
            </a:r>
            <a:r>
              <a:rPr lang="de-DE" i="1" dirty="0"/>
              <a:t> </a:t>
            </a:r>
            <a:r>
              <a:rPr lang="de-DE" i="1" dirty="0" err="1"/>
              <a:t>unintended</a:t>
            </a:r>
            <a:r>
              <a:rPr lang="de-DE" i="1" dirty="0"/>
              <a:t> </a:t>
            </a:r>
            <a:r>
              <a:rPr lang="de-DE" i="1" dirty="0" err="1"/>
              <a:t>consequences</a:t>
            </a:r>
            <a:r>
              <a:rPr lang="de-DE" i="1" dirty="0"/>
              <a:t>, </a:t>
            </a:r>
            <a:r>
              <a:rPr lang="de-DE" i="1" dirty="0" err="1"/>
              <a:t>jeopardizing</a:t>
            </a:r>
            <a:r>
              <a:rPr lang="de-DE" i="1" dirty="0"/>
              <a:t> </a:t>
            </a:r>
            <a:r>
              <a:rPr lang="de-DE" i="1" dirty="0" err="1"/>
              <a:t>reliability</a:t>
            </a:r>
            <a:r>
              <a:rPr lang="de-DE" i="1" dirty="0"/>
              <a:t>, </a:t>
            </a:r>
            <a:r>
              <a:rPr lang="de-DE" i="1" dirty="0" err="1"/>
              <a:t>privacy</a:t>
            </a:r>
            <a:r>
              <a:rPr lang="de-DE" i="1" dirty="0"/>
              <a:t>, and </a:t>
            </a:r>
            <a:r>
              <a:rPr lang="de-DE" i="1" dirty="0" err="1"/>
              <a:t>trust</a:t>
            </a:r>
            <a:r>
              <a:rPr lang="de-DE" i="1" dirty="0"/>
              <a:t>.“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C969F50-1A7C-46C6-AA6F-1EB115CFF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>
          <a:xfrm>
            <a:off x="10390191" y="7042150"/>
            <a:ext cx="1296984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B7025C-BCA6-40C7-BFB1-2BE8C6999543}" type="datetime1">
              <a:rPr lang="de-DE" smtClean="0"/>
              <a:pPr/>
              <a:t>11.06.2026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7744C6-EB0F-489A-9266-E1BF576DC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>
          <a:xfrm>
            <a:off x="454026" y="7042150"/>
            <a:ext cx="4319588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Oliver Ilczuk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26BFCF-1D44-4BC5-81E0-D7FD1B259E3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>
          <a:xfrm>
            <a:off x="11687175" y="7042150"/>
            <a:ext cx="863600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2FFA8-16F3-4D16-935C-858579C7B661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3" name="Fußzeilenplatzhalter 6">
            <a:extLst>
              <a:ext uri="{FF2B5EF4-FFF2-40B4-BE49-F238E27FC236}">
                <a16:creationId xmlns:a16="http://schemas.microsoft.com/office/drawing/2014/main" id="{E4008D07-81A8-4887-9D11-7E0248944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127018" y="7042150"/>
            <a:ext cx="4319588" cy="236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00" noProof="0" dirty="0">
                <a:solidFill>
                  <a:srgbClr val="666666"/>
                </a:solidFill>
              </a:rPr>
              <a:t>Bachelorarbeit T3_3300</a:t>
            </a:r>
          </a:p>
        </p:txBody>
      </p:sp>
    </p:spTree>
    <p:extLst>
      <p:ext uri="{BB962C8B-B14F-4D97-AF65-F5344CB8AC3E}">
        <p14:creationId xmlns:p14="http://schemas.microsoft.com/office/powerpoint/2010/main" val="3963593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93FD-5DEE-B734-4B81-16F9463D8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9B4BE1C-035D-482B-B7C5-1C69DC31A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-22430" y="28149"/>
            <a:ext cx="13004800" cy="3586165"/>
          </a:xfrm>
          <a:prstGeom prst="rect">
            <a:avLst/>
          </a:prstGeom>
          <a:solidFill>
            <a:srgbClr val="FBFB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 anchorCtr="0"/>
          <a:lstStyle/>
          <a:p>
            <a:pPr marL="216000" marR="0" lvl="0" indent="-216000" algn="l" defTabSz="4572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5FDD3B3E-D49A-F127-E08B-E082B444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0"/>
            <a:ext cx="8640000" cy="1425575"/>
          </a:xfrm>
        </p:spPr>
        <p:txBody>
          <a:bodyPr/>
          <a:lstStyle/>
          <a:p>
            <a:r>
              <a:rPr lang="de-DE" dirty="0"/>
              <a:t>Defense Layers</a:t>
            </a:r>
          </a:p>
        </p:txBody>
      </p:sp>
      <p:sp>
        <p:nvSpPr>
          <p:cNvPr id="9" name="SmartArt-Platzhalter 8">
            <a:extLst>
              <a:ext uri="{FF2B5EF4-FFF2-40B4-BE49-F238E27FC236}">
                <a16:creationId xmlns:a16="http://schemas.microsoft.com/office/drawing/2014/main" id="{4E3E3A0F-6E09-DFF5-8147-B7AD2C49B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6ECD0B-10E3-BC5B-BE54-7D65CDD2B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>
          <a:xfrm>
            <a:off x="10390191" y="7042150"/>
            <a:ext cx="1296984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B7025C-BCA6-40C7-BFB1-2BE8C6999543}" type="datetime1">
              <a:rPr lang="de-DE" smtClean="0"/>
              <a:pPr/>
              <a:t>11.06.2026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FABBB9-4E9D-396D-FC87-92FFFEE1B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>
          <a:xfrm>
            <a:off x="454026" y="7042150"/>
            <a:ext cx="4319588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Oliver Ilczuk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6CB2D7-8675-2622-BEE5-4DC60FC4A9D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>
          <a:xfrm>
            <a:off x="11687175" y="7042150"/>
            <a:ext cx="863600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2FFA8-16F3-4D16-935C-858579C7B661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A5A654-60B7-7CC6-1F2B-46704F90AED0}"/>
              </a:ext>
            </a:extLst>
          </p:cNvPr>
          <p:cNvSpPr txBox="1">
            <a:spLocks/>
          </p:cNvSpPr>
          <p:nvPr/>
        </p:nvSpPr>
        <p:spPr bwMode="gray">
          <a:xfrm>
            <a:off x="1344475" y="2318556"/>
            <a:ext cx="1295408" cy="402775"/>
          </a:xfrm>
          <a:prstGeom prst="chevron">
            <a:avLst>
              <a:gd name="adj" fmla="val 36599"/>
            </a:avLst>
          </a:prstGeom>
          <a:solidFill>
            <a:schemeClr val="tx2"/>
          </a:solidFill>
        </p:spPr>
        <p:txBody>
          <a:bodyPr vert="horz" wrap="none" lIns="216000" tIns="108000" rIns="216000" bIns="108000" rtlCol="0" anchor="ctr">
            <a:sp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dirty="0">
                <a:solidFill>
                  <a:schemeClr val="tx1"/>
                </a:solidFill>
                <a:latin typeface="Segoe UI"/>
              </a:rPr>
              <a:t>Baseline</a:t>
            </a:r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D5276B9B-302D-ED9E-A09B-C48DDB66607A}"/>
              </a:ext>
            </a:extLst>
          </p:cNvPr>
          <p:cNvSpPr txBox="1">
            <a:spLocks/>
          </p:cNvSpPr>
          <p:nvPr/>
        </p:nvSpPr>
        <p:spPr bwMode="gray">
          <a:xfrm>
            <a:off x="3294298" y="2318559"/>
            <a:ext cx="1473830" cy="402775"/>
          </a:xfrm>
          <a:prstGeom prst="chevron">
            <a:avLst>
              <a:gd name="adj" fmla="val 36599"/>
            </a:avLst>
          </a:prstGeom>
          <a:solidFill>
            <a:schemeClr val="tx2"/>
          </a:solidFill>
        </p:spPr>
        <p:txBody>
          <a:bodyPr vert="horz" wrap="none" lIns="216000" tIns="108000" rIns="216000" bIns="108000" rtlCol="0" anchor="ctr">
            <a:sp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dirty="0">
                <a:solidFill>
                  <a:schemeClr val="tx1"/>
                </a:solidFill>
                <a:latin typeface="Segoe UI"/>
              </a:rPr>
              <a:t>Defense A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E6E983DF-3D0E-7486-ABAD-1322901F98B9}"/>
              </a:ext>
            </a:extLst>
          </p:cNvPr>
          <p:cNvSpPr txBox="1">
            <a:spLocks/>
          </p:cNvSpPr>
          <p:nvPr/>
        </p:nvSpPr>
        <p:spPr bwMode="gray">
          <a:xfrm>
            <a:off x="5396432" y="2318556"/>
            <a:ext cx="1459137" cy="402775"/>
          </a:xfrm>
          <a:prstGeom prst="chevron">
            <a:avLst>
              <a:gd name="adj" fmla="val 36599"/>
            </a:avLst>
          </a:prstGeom>
          <a:solidFill>
            <a:schemeClr val="tx2"/>
          </a:solidFill>
        </p:spPr>
        <p:txBody>
          <a:bodyPr vert="horz" wrap="none" lIns="216000" tIns="108000" rIns="216000" bIns="108000" rtlCol="0" anchor="ctr">
            <a:sp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dirty="0">
                <a:solidFill>
                  <a:schemeClr val="tx1"/>
                </a:solidFill>
                <a:latin typeface="Segoe UI"/>
              </a:rPr>
              <a:t>Defense B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2BF2DF47-2EF7-9F90-82A0-AFE74B950DED}"/>
              </a:ext>
            </a:extLst>
          </p:cNvPr>
          <p:cNvSpPr txBox="1">
            <a:spLocks/>
          </p:cNvSpPr>
          <p:nvPr/>
        </p:nvSpPr>
        <p:spPr bwMode="gray">
          <a:xfrm>
            <a:off x="7492981" y="2318555"/>
            <a:ext cx="1467534" cy="402775"/>
          </a:xfrm>
          <a:prstGeom prst="chevron">
            <a:avLst>
              <a:gd name="adj" fmla="val 36599"/>
            </a:avLst>
          </a:prstGeom>
          <a:solidFill>
            <a:schemeClr val="tx2"/>
          </a:solidFill>
        </p:spPr>
        <p:txBody>
          <a:bodyPr vert="horz" wrap="none" lIns="216000" tIns="108000" rIns="216000" bIns="108000" rtlCol="0" anchor="ctr">
            <a:sp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dirty="0">
                <a:solidFill>
                  <a:schemeClr val="tx1"/>
                </a:solidFill>
                <a:latin typeface="Segoe UI"/>
              </a:rPr>
              <a:t>Defense C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C51D15E0-22C4-6EEA-7730-FD48C3E14156}"/>
              </a:ext>
            </a:extLst>
          </p:cNvPr>
          <p:cNvSpPr txBox="1">
            <a:spLocks/>
          </p:cNvSpPr>
          <p:nvPr/>
        </p:nvSpPr>
        <p:spPr bwMode="gray">
          <a:xfrm>
            <a:off x="9598744" y="2318554"/>
            <a:ext cx="1933109" cy="402775"/>
          </a:xfrm>
          <a:prstGeom prst="chevron">
            <a:avLst>
              <a:gd name="adj" fmla="val 36599"/>
            </a:avLst>
          </a:prstGeom>
          <a:solidFill>
            <a:schemeClr val="tx2"/>
          </a:solidFill>
        </p:spPr>
        <p:txBody>
          <a:bodyPr vert="horz" wrap="none" lIns="216000" tIns="108000" rIns="216000" bIns="108000" rtlCol="0" anchor="ctr">
            <a:sp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dirty="0">
                <a:solidFill>
                  <a:schemeClr val="tx1"/>
                </a:solidFill>
                <a:latin typeface="Segoe UI"/>
              </a:rPr>
              <a:t>Defense-in-Depth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C20C03C3-244F-52BE-6E98-57184F778827}"/>
              </a:ext>
            </a:extLst>
          </p:cNvPr>
          <p:cNvSpPr txBox="1">
            <a:spLocks/>
          </p:cNvSpPr>
          <p:nvPr/>
        </p:nvSpPr>
        <p:spPr bwMode="gray">
          <a:xfrm>
            <a:off x="1107635" y="2966434"/>
            <a:ext cx="1722357" cy="205931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6"/>
            </a:solidFill>
            <a:miter lim="800000"/>
          </a:ln>
        </p:spPr>
        <p:txBody>
          <a:bodyPr vert="horz" lIns="216000" tIns="108000" rIns="216000" bIns="108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Keine Sicherung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AB4EA443-F238-1521-67BA-324FD027696E}"/>
              </a:ext>
            </a:extLst>
          </p:cNvPr>
          <p:cNvSpPr txBox="1">
            <a:spLocks/>
          </p:cNvSpPr>
          <p:nvPr/>
        </p:nvSpPr>
        <p:spPr bwMode="gray">
          <a:xfrm>
            <a:off x="3170034" y="2966435"/>
            <a:ext cx="1722357" cy="205931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6"/>
            </a:solidFill>
            <a:miter lim="800000"/>
          </a:ln>
        </p:spPr>
        <p:txBody>
          <a:bodyPr vert="horz" lIns="216000" tIns="108000" rIns="216000" bIns="108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chemeClr val="tx1"/>
                </a:solidFill>
              </a:rPr>
              <a:t>System-Prompt-Härtung</a:t>
            </a:r>
          </a:p>
          <a:p>
            <a:endParaRPr lang="de-DE" dirty="0"/>
          </a:p>
        </p:txBody>
      </p:sp>
      <p:sp>
        <p:nvSpPr>
          <p:cNvPr id="20" name="Textplatzhalter 2">
            <a:extLst>
              <a:ext uri="{FF2B5EF4-FFF2-40B4-BE49-F238E27FC236}">
                <a16:creationId xmlns:a16="http://schemas.microsoft.com/office/drawing/2014/main" id="{DC3EA0F0-4E95-BDAC-0FE9-2CB10F468BD7}"/>
              </a:ext>
            </a:extLst>
          </p:cNvPr>
          <p:cNvSpPr txBox="1">
            <a:spLocks/>
          </p:cNvSpPr>
          <p:nvPr/>
        </p:nvSpPr>
        <p:spPr bwMode="gray">
          <a:xfrm>
            <a:off x="5322645" y="2966433"/>
            <a:ext cx="1722357" cy="205931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6"/>
            </a:solidFill>
            <a:miter lim="800000"/>
          </a:ln>
        </p:spPr>
        <p:txBody>
          <a:bodyPr vert="horz" lIns="216000" tIns="108000" rIns="216000" bIns="108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chemeClr val="tx1"/>
                </a:solidFill>
              </a:rPr>
              <a:t>Input-</a:t>
            </a:r>
            <a:r>
              <a:rPr lang="de-DE" dirty="0" err="1">
                <a:solidFill>
                  <a:schemeClr val="tx1"/>
                </a:solidFill>
              </a:rPr>
              <a:t>Guardrail</a:t>
            </a:r>
            <a:endParaRPr lang="de-DE" dirty="0">
              <a:solidFill>
                <a:schemeClr val="tx1"/>
              </a:solidFill>
            </a:endParaRPr>
          </a:p>
          <a:p>
            <a:endParaRPr lang="de-DE" dirty="0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4AA435F5-74BA-02DF-3BCA-A88F61CEF6F8}"/>
              </a:ext>
            </a:extLst>
          </p:cNvPr>
          <p:cNvSpPr txBox="1">
            <a:spLocks/>
          </p:cNvSpPr>
          <p:nvPr/>
        </p:nvSpPr>
        <p:spPr bwMode="gray">
          <a:xfrm>
            <a:off x="7385044" y="2956992"/>
            <a:ext cx="1722357" cy="205931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6"/>
            </a:solidFill>
            <a:miter lim="800000"/>
          </a:ln>
        </p:spPr>
        <p:txBody>
          <a:bodyPr vert="horz" lIns="216000" tIns="108000" rIns="216000" bIns="108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chemeClr val="tx1"/>
                </a:solidFill>
              </a:rPr>
              <a:t>DB-Einschränkungen</a:t>
            </a:r>
          </a:p>
          <a:p>
            <a:endParaRPr lang="de-DE" dirty="0"/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AEE89DCA-8372-56A5-443F-77C553443E5C}"/>
              </a:ext>
            </a:extLst>
          </p:cNvPr>
          <p:cNvSpPr txBox="1">
            <a:spLocks/>
          </p:cNvSpPr>
          <p:nvPr/>
        </p:nvSpPr>
        <p:spPr bwMode="gray">
          <a:xfrm>
            <a:off x="9704119" y="2952417"/>
            <a:ext cx="1722357" cy="2059317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6"/>
            </a:solidFill>
            <a:miter lim="800000"/>
          </a:ln>
        </p:spPr>
        <p:txBody>
          <a:bodyPr vert="horz" lIns="216000" tIns="108000" rIns="216000" bIns="108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chemeClr val="tx1"/>
                </a:solidFill>
              </a:rPr>
              <a:t>Sequentielle Kombination: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 A + B + C</a:t>
            </a:r>
          </a:p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3" name="Fußzeilenplatzhalter 6">
            <a:extLst>
              <a:ext uri="{FF2B5EF4-FFF2-40B4-BE49-F238E27FC236}">
                <a16:creationId xmlns:a16="http://schemas.microsoft.com/office/drawing/2014/main" id="{35D59C09-5CFC-6EA9-5311-16FB716A1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320176" y="7009823"/>
            <a:ext cx="4319588" cy="236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00" noProof="0" dirty="0">
                <a:solidFill>
                  <a:srgbClr val="666666"/>
                </a:solidFill>
              </a:rPr>
              <a:t>Bachelorarbeit T3_3300</a:t>
            </a:r>
          </a:p>
        </p:txBody>
      </p:sp>
    </p:spTree>
    <p:extLst>
      <p:ext uri="{BB962C8B-B14F-4D97-AF65-F5344CB8AC3E}">
        <p14:creationId xmlns:p14="http://schemas.microsoft.com/office/powerpoint/2010/main" val="338942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AA270-723C-6062-5E82-8DB951D7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Idee: Architektur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99FB5-2022-E2C6-04DB-7650FCB16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419FE-C435-4F31-B8C8-3E9B582253C0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BF368-27F4-CB88-467E-1F0697250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DATEV eG</a:t>
            </a:r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AFDD9-211D-FECF-FC3C-C4D5FD1B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E8AFB038-B17A-AD98-1EB5-FC36E4238793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8E315B-4341-DE8D-EF16-FDE430830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001" y="421651"/>
            <a:ext cx="4094798" cy="647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83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A4D2A3-1649-4472-97FA-B998EDE3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0"/>
            <a:ext cx="8640000" cy="1425575"/>
          </a:xfrm>
        </p:spPr>
        <p:txBody>
          <a:bodyPr/>
          <a:lstStyle/>
          <a:p>
            <a:r>
              <a:rPr lang="de-DE" noProof="0" dirty="0"/>
              <a:t>Lage der Literatur</a:t>
            </a:r>
          </a:p>
        </p:txBody>
      </p:sp>
      <p:sp>
        <p:nvSpPr>
          <p:cNvPr id="12" name="SmartArt-Platzhalter 11">
            <a:extLst>
              <a:ext uri="{FF2B5EF4-FFF2-40B4-BE49-F238E27FC236}">
                <a16:creationId xmlns:a16="http://schemas.microsoft.com/office/drawing/2014/main" id="{966897A4-702F-4ECA-B7C1-B866F5D41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8" name="Pfeil: Fünfeck 7">
            <a:extLst>
              <a:ext uri="{FF2B5EF4-FFF2-40B4-BE49-F238E27FC236}">
                <a16:creationId xmlns:a16="http://schemas.microsoft.com/office/drawing/2014/main" id="{406495A2-475E-4813-96DC-B2FAA5509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" y="1425575"/>
            <a:ext cx="12550774" cy="4752975"/>
          </a:xfrm>
          <a:prstGeom prst="homePlate">
            <a:avLst>
              <a:gd name="adj" fmla="val 1821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 anchorCtr="0"/>
          <a:lstStyle/>
          <a:p>
            <a:pPr marL="216000" indent="-21600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de-DE" sz="1600" noProof="0" dirty="0"/>
          </a:p>
        </p:txBody>
      </p:sp>
      <p:sp>
        <p:nvSpPr>
          <p:cNvPr id="33" name="Textplatzhalter 34">
            <a:extLst>
              <a:ext uri="{FF2B5EF4-FFF2-40B4-BE49-F238E27FC236}">
                <a16:creationId xmlns:a16="http://schemas.microsoft.com/office/drawing/2014/main" id="{FA20C50F-E6AA-4765-9661-B75AB4741BAB}"/>
              </a:ext>
            </a:extLst>
          </p:cNvPr>
          <p:cNvSpPr txBox="1">
            <a:spLocks/>
          </p:cNvSpPr>
          <p:nvPr/>
        </p:nvSpPr>
        <p:spPr bwMode="gray">
          <a:xfrm>
            <a:off x="1317626" y="1858962"/>
            <a:ext cx="719015" cy="430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noProof="0" dirty="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73" name="Textplatzhalter 20">
            <a:extLst>
              <a:ext uri="{FF2B5EF4-FFF2-40B4-BE49-F238E27FC236}">
                <a16:creationId xmlns:a16="http://schemas.microsoft.com/office/drawing/2014/main" id="{FF3784B5-1306-4049-9334-E3681A09747C}"/>
              </a:ext>
            </a:extLst>
          </p:cNvPr>
          <p:cNvSpPr txBox="1">
            <a:spLocks/>
          </p:cNvSpPr>
          <p:nvPr/>
        </p:nvSpPr>
        <p:spPr>
          <a:xfrm>
            <a:off x="1317626" y="2289175"/>
            <a:ext cx="1296988" cy="1296988"/>
          </a:xfrm>
          <a:prstGeom prst="roundRect">
            <a:avLst>
              <a:gd name="adj" fmla="val 5638"/>
            </a:avLst>
          </a:prstGeom>
          <a:solidFill>
            <a:schemeClr val="tx2"/>
          </a:solidFill>
          <a:effectLst/>
        </p:spPr>
        <p:txBody>
          <a:bodyPr vert="horz" lIns="360000" tIns="360000" rIns="0" bIns="0" rtlCol="0">
            <a:noAutofit/>
          </a:bodyPr>
          <a:lstStyle>
            <a:defPPr>
              <a:defRPr lang="en-US"/>
            </a:defPPr>
            <a:lvl1pPr defTabSz="650230">
              <a:defRPr sz="2600"/>
            </a:lvl1pPr>
            <a:lvl2pPr marL="650230" defTabSz="650230">
              <a:defRPr sz="2600"/>
            </a:lvl2pPr>
            <a:lvl3pPr marL="1300460" defTabSz="650230">
              <a:defRPr sz="2600"/>
            </a:lvl3pPr>
            <a:lvl4pPr marL="1950690" defTabSz="650230">
              <a:defRPr sz="2600"/>
            </a:lvl4pPr>
            <a:lvl5pPr marL="2600919" defTabSz="650230">
              <a:defRPr sz="2600"/>
            </a:lvl5pPr>
            <a:lvl6pPr marL="3251149" defTabSz="650230">
              <a:defRPr sz="2600"/>
            </a:lvl6pPr>
            <a:lvl7pPr marL="3901379" defTabSz="650230">
              <a:defRPr sz="2600"/>
            </a:lvl7pPr>
            <a:lvl8pPr marL="4551609" defTabSz="650230">
              <a:defRPr sz="2600"/>
            </a:lvl8pPr>
            <a:lvl9pPr marL="5201839" defTabSz="650230">
              <a:defRPr sz="2600"/>
            </a:lvl9pPr>
          </a:lstStyle>
          <a:p>
            <a:endParaRPr lang="de-DE" noProof="0" dirty="0"/>
          </a:p>
        </p:txBody>
      </p:sp>
      <p:sp>
        <p:nvSpPr>
          <p:cNvPr id="45" name="Textplatzhalter 8">
            <a:extLst>
              <a:ext uri="{FF2B5EF4-FFF2-40B4-BE49-F238E27FC236}">
                <a16:creationId xmlns:a16="http://schemas.microsoft.com/office/drawing/2014/main" id="{78B96E59-C331-4146-836F-CF15BC2F3F24}"/>
              </a:ext>
            </a:extLst>
          </p:cNvPr>
          <p:cNvSpPr txBox="1">
            <a:spLocks/>
          </p:cNvSpPr>
          <p:nvPr/>
        </p:nvSpPr>
        <p:spPr bwMode="gray">
          <a:xfrm>
            <a:off x="1317627" y="4016376"/>
            <a:ext cx="1512000" cy="17287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6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/>
            <a:r>
              <a:rPr lang="de-DE" dirty="0"/>
              <a:t>NL-</a:t>
            </a:r>
            <a:r>
              <a:rPr lang="de-DE" dirty="0" err="1"/>
              <a:t>to</a:t>
            </a:r>
            <a:r>
              <a:rPr lang="de-DE" dirty="0"/>
              <a:t>-SQL / DB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Rodrigo Pedro et al. (2025)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Xutan</a:t>
            </a:r>
            <a:r>
              <a:rPr lang="de-DE" dirty="0"/>
              <a:t> Peng et al. (2023)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Đorđe</a:t>
            </a:r>
            <a:r>
              <a:rPr lang="de-DE" dirty="0"/>
              <a:t> </a:t>
            </a:r>
            <a:r>
              <a:rPr lang="de-DE" dirty="0" err="1"/>
              <a:t>Klisura</a:t>
            </a:r>
            <a:r>
              <a:rPr lang="de-DE" dirty="0"/>
              <a:t>, Anthony Rios (2025)</a:t>
            </a:r>
          </a:p>
        </p:txBody>
      </p:sp>
      <p:sp>
        <p:nvSpPr>
          <p:cNvPr id="34" name="Textplatzhalter 34">
            <a:extLst>
              <a:ext uri="{FF2B5EF4-FFF2-40B4-BE49-F238E27FC236}">
                <a16:creationId xmlns:a16="http://schemas.microsoft.com/office/drawing/2014/main" id="{166E0D2C-D9C2-4409-8F2F-F5A41F9E2111}"/>
              </a:ext>
            </a:extLst>
          </p:cNvPr>
          <p:cNvSpPr txBox="1">
            <a:spLocks/>
          </p:cNvSpPr>
          <p:nvPr/>
        </p:nvSpPr>
        <p:spPr bwMode="gray">
          <a:xfrm>
            <a:off x="3478213" y="1858962"/>
            <a:ext cx="719015" cy="430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noProof="0" dirty="0">
                <a:solidFill>
                  <a:schemeClr val="tx1"/>
                </a:solidFill>
              </a:rPr>
              <a:t>02</a:t>
            </a:r>
          </a:p>
        </p:txBody>
      </p: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FEB674B9-008B-4D59-80D8-906E88B97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478213" y="2289175"/>
            <a:ext cx="1296988" cy="1296988"/>
            <a:chOff x="1317626" y="2289175"/>
            <a:chExt cx="1296988" cy="1296988"/>
          </a:xfrm>
        </p:grpSpPr>
        <p:sp>
          <p:nvSpPr>
            <p:cNvPr id="83" name="Textplatzhalter 20">
              <a:extLst>
                <a:ext uri="{FF2B5EF4-FFF2-40B4-BE49-F238E27FC236}">
                  <a16:creationId xmlns:a16="http://schemas.microsoft.com/office/drawing/2014/main" id="{3208132A-1029-4F9E-A1BE-B207B02BE3A7}"/>
                </a:ext>
              </a:extLst>
            </p:cNvPr>
            <p:cNvSpPr txBox="1">
              <a:spLocks/>
            </p:cNvSpPr>
            <p:nvPr/>
          </p:nvSpPr>
          <p:spPr>
            <a:xfrm>
              <a:off x="1317626" y="2289175"/>
              <a:ext cx="1296988" cy="1296988"/>
            </a:xfrm>
            <a:prstGeom prst="roundRect">
              <a:avLst>
                <a:gd name="adj" fmla="val 5638"/>
              </a:avLst>
            </a:prstGeom>
            <a:solidFill>
              <a:schemeClr val="tx2"/>
            </a:solidFill>
            <a:effectLst/>
          </p:spPr>
          <p:txBody>
            <a:bodyPr vert="horz" lIns="360000" tIns="360000" rIns="0" bIns="0" rtlCol="0">
              <a:noAutofit/>
            </a:bodyPr>
            <a:lstStyle>
              <a:defPPr>
                <a:defRPr lang="en-US"/>
              </a:defPPr>
              <a:lvl1pPr defTabSz="650230">
                <a:defRPr sz="2600"/>
              </a:lvl1pPr>
              <a:lvl2pPr marL="650230" defTabSz="650230">
                <a:defRPr sz="2600"/>
              </a:lvl2pPr>
              <a:lvl3pPr marL="1300460" defTabSz="650230">
                <a:defRPr sz="2600"/>
              </a:lvl3pPr>
              <a:lvl4pPr marL="1950690" defTabSz="650230">
                <a:defRPr sz="2600"/>
              </a:lvl4pPr>
              <a:lvl5pPr marL="2600919" defTabSz="650230">
                <a:defRPr sz="2600"/>
              </a:lvl5pPr>
              <a:lvl6pPr marL="3251149" defTabSz="650230">
                <a:defRPr sz="2600"/>
              </a:lvl6pPr>
              <a:lvl7pPr marL="3901379" defTabSz="650230">
                <a:defRPr sz="2600"/>
              </a:lvl7pPr>
              <a:lvl8pPr marL="4551609" defTabSz="650230">
                <a:defRPr sz="2600"/>
              </a:lvl8pPr>
              <a:lvl9pPr marL="5201839" defTabSz="650230">
                <a:defRPr sz="2600"/>
              </a:lvl9pPr>
            </a:lstStyle>
            <a:p>
              <a:endParaRPr lang="de-DE" noProof="0" dirty="0"/>
            </a:p>
          </p:txBody>
        </p:sp>
        <p:sp>
          <p:nvSpPr>
            <p:cNvPr id="86" name="Freihandform: Form 85">
              <a:extLst>
                <a:ext uri="{FF2B5EF4-FFF2-40B4-BE49-F238E27FC236}">
                  <a16:creationId xmlns:a16="http://schemas.microsoft.com/office/drawing/2014/main" id="{F2D29D60-F765-4881-90EC-A200F456131A}"/>
                </a:ext>
              </a:extLst>
            </p:cNvPr>
            <p:cNvSpPr/>
            <p:nvPr/>
          </p:nvSpPr>
          <p:spPr>
            <a:xfrm>
              <a:off x="1541638" y="2729405"/>
              <a:ext cx="849015" cy="416528"/>
            </a:xfrm>
            <a:custGeom>
              <a:avLst/>
              <a:gdLst>
                <a:gd name="connsiteX0" fmla="*/ 848504 w 849015"/>
                <a:gd name="connsiteY0" fmla="*/ 412623 h 416528"/>
                <a:gd name="connsiteX1" fmla="*/ 643336 w 849015"/>
                <a:gd name="connsiteY1" fmla="*/ 131064 h 416528"/>
                <a:gd name="connsiteX2" fmla="*/ 631334 w 849015"/>
                <a:gd name="connsiteY2" fmla="*/ 124968 h 416528"/>
                <a:gd name="connsiteX3" fmla="*/ 619333 w 849015"/>
                <a:gd name="connsiteY3" fmla="*/ 131064 h 416528"/>
                <a:gd name="connsiteX4" fmla="*/ 530084 w 849015"/>
                <a:gd name="connsiteY4" fmla="*/ 253460 h 416528"/>
                <a:gd name="connsiteX5" fmla="*/ 530369 w 849015"/>
                <a:gd name="connsiteY5" fmla="*/ 253841 h 416528"/>
                <a:gd name="connsiteX6" fmla="*/ 579233 w 849015"/>
                <a:gd name="connsiteY6" fmla="*/ 320802 h 416528"/>
                <a:gd name="connsiteX7" fmla="*/ 636668 w 849015"/>
                <a:gd name="connsiteY7" fmla="*/ 399669 h 416528"/>
                <a:gd name="connsiteX8" fmla="*/ 640669 w 849015"/>
                <a:gd name="connsiteY8" fmla="*/ 416528 h 416528"/>
                <a:gd name="connsiteX9" fmla="*/ 846504 w 849015"/>
                <a:gd name="connsiteY9" fmla="*/ 416528 h 416528"/>
                <a:gd name="connsiteX10" fmla="*/ 848504 w 849015"/>
                <a:gd name="connsiteY10" fmla="*/ 412623 h 416528"/>
                <a:gd name="connsiteX11" fmla="*/ 552848 w 849015"/>
                <a:gd name="connsiteY11" fmla="*/ 255365 h 416528"/>
                <a:gd name="connsiteX12" fmla="*/ 630382 w 849015"/>
                <a:gd name="connsiteY12" fmla="*/ 148685 h 416528"/>
                <a:gd name="connsiteX13" fmla="*/ 631239 w 849015"/>
                <a:gd name="connsiteY13" fmla="*/ 148209 h 416528"/>
                <a:gd name="connsiteX14" fmla="*/ 632096 w 849015"/>
                <a:gd name="connsiteY14" fmla="*/ 148685 h 416528"/>
                <a:gd name="connsiteX15" fmla="*/ 697438 w 849015"/>
                <a:gd name="connsiteY15" fmla="*/ 238982 h 416528"/>
                <a:gd name="connsiteX16" fmla="*/ 662481 w 849015"/>
                <a:gd name="connsiteY16" fmla="*/ 287179 h 416528"/>
                <a:gd name="connsiteX17" fmla="*/ 659624 w 849015"/>
                <a:gd name="connsiteY17" fmla="*/ 288608 h 416528"/>
                <a:gd name="connsiteX18" fmla="*/ 656861 w 849015"/>
                <a:gd name="connsiteY18" fmla="*/ 287274 h 416528"/>
                <a:gd name="connsiteX19" fmla="*/ 633811 w 849015"/>
                <a:gd name="connsiteY19" fmla="*/ 258794 h 416528"/>
                <a:gd name="connsiteX20" fmla="*/ 631049 w 849015"/>
                <a:gd name="connsiteY20" fmla="*/ 257461 h 416528"/>
                <a:gd name="connsiteX21" fmla="*/ 628286 w 849015"/>
                <a:gd name="connsiteY21" fmla="*/ 258794 h 416528"/>
                <a:gd name="connsiteX22" fmla="*/ 592853 w 849015"/>
                <a:gd name="connsiteY22" fmla="*/ 303562 h 416528"/>
                <a:gd name="connsiteX23" fmla="*/ 590091 w 849015"/>
                <a:gd name="connsiteY23" fmla="*/ 304895 h 416528"/>
                <a:gd name="connsiteX24" fmla="*/ 587234 w 849015"/>
                <a:gd name="connsiteY24" fmla="*/ 303467 h 416528"/>
                <a:gd name="connsiteX25" fmla="*/ 552848 w 849015"/>
                <a:gd name="connsiteY25" fmla="*/ 255365 h 416528"/>
                <a:gd name="connsiteX26" fmla="*/ 328154 w 849015"/>
                <a:gd name="connsiteY26" fmla="*/ 8763 h 416528"/>
                <a:gd name="connsiteX27" fmla="*/ 311009 w 849015"/>
                <a:gd name="connsiteY27" fmla="*/ 0 h 416528"/>
                <a:gd name="connsiteX28" fmla="*/ 293864 w 849015"/>
                <a:gd name="connsiteY28" fmla="*/ 8763 h 416528"/>
                <a:gd name="connsiteX29" fmla="*/ 684 w 849015"/>
                <a:gd name="connsiteY29" fmla="*/ 410908 h 416528"/>
                <a:gd name="connsiteX30" fmla="*/ 3542 w 849015"/>
                <a:gd name="connsiteY30" fmla="*/ 416528 h 416528"/>
                <a:gd name="connsiteX31" fmla="*/ 416165 w 849015"/>
                <a:gd name="connsiteY31" fmla="*/ 416528 h 416528"/>
                <a:gd name="connsiteX32" fmla="*/ 618476 w 849015"/>
                <a:gd name="connsiteY32" fmla="*/ 416528 h 416528"/>
                <a:gd name="connsiteX33" fmla="*/ 621333 w 849015"/>
                <a:gd name="connsiteY33" fmla="*/ 410908 h 416528"/>
                <a:gd name="connsiteX34" fmla="*/ 328154 w 849015"/>
                <a:gd name="connsiteY34" fmla="*/ 8763 h 416528"/>
                <a:gd name="connsiteX35" fmla="*/ 422165 w 849015"/>
                <a:gd name="connsiteY35" fmla="*/ 170688 h 416528"/>
                <a:gd name="connsiteX36" fmla="*/ 388542 w 849015"/>
                <a:gd name="connsiteY36" fmla="*/ 211931 h 416528"/>
                <a:gd name="connsiteX37" fmla="*/ 385780 w 849015"/>
                <a:gd name="connsiteY37" fmla="*/ 213265 h 416528"/>
                <a:gd name="connsiteX38" fmla="*/ 382922 w 849015"/>
                <a:gd name="connsiteY38" fmla="*/ 211836 h 416528"/>
                <a:gd name="connsiteX39" fmla="*/ 356824 w 849015"/>
                <a:gd name="connsiteY39" fmla="*/ 176117 h 416528"/>
                <a:gd name="connsiteX40" fmla="*/ 353966 w 849015"/>
                <a:gd name="connsiteY40" fmla="*/ 174689 h 416528"/>
                <a:gd name="connsiteX41" fmla="*/ 351014 w 849015"/>
                <a:gd name="connsiteY41" fmla="*/ 176213 h 416528"/>
                <a:gd name="connsiteX42" fmla="*/ 313771 w 849015"/>
                <a:gd name="connsiteY42" fmla="*/ 230410 h 416528"/>
                <a:gd name="connsiteX43" fmla="*/ 310913 w 849015"/>
                <a:gd name="connsiteY43" fmla="*/ 231934 h 416528"/>
                <a:gd name="connsiteX44" fmla="*/ 308056 w 849015"/>
                <a:gd name="connsiteY44" fmla="*/ 230410 h 416528"/>
                <a:gd name="connsiteX45" fmla="*/ 270813 w 849015"/>
                <a:gd name="connsiteY45" fmla="*/ 176213 h 416528"/>
                <a:gd name="connsiteX46" fmla="*/ 267956 w 849015"/>
                <a:gd name="connsiteY46" fmla="*/ 174689 h 416528"/>
                <a:gd name="connsiteX47" fmla="*/ 265098 w 849015"/>
                <a:gd name="connsiteY47" fmla="*/ 176117 h 416528"/>
                <a:gd name="connsiteX48" fmla="*/ 251954 w 849015"/>
                <a:gd name="connsiteY48" fmla="*/ 194119 h 416528"/>
                <a:gd name="connsiteX49" fmla="*/ 249096 w 849015"/>
                <a:gd name="connsiteY49" fmla="*/ 195548 h 416528"/>
                <a:gd name="connsiteX50" fmla="*/ 246334 w 849015"/>
                <a:gd name="connsiteY50" fmla="*/ 194215 h 416528"/>
                <a:gd name="connsiteX51" fmla="*/ 212711 w 849015"/>
                <a:gd name="connsiteY51" fmla="*/ 152972 h 416528"/>
                <a:gd name="connsiteX52" fmla="*/ 308627 w 849015"/>
                <a:gd name="connsiteY52" fmla="*/ 21145 h 416528"/>
                <a:gd name="connsiteX53" fmla="*/ 310913 w 849015"/>
                <a:gd name="connsiteY53" fmla="*/ 20003 h 416528"/>
                <a:gd name="connsiteX54" fmla="*/ 313199 w 849015"/>
                <a:gd name="connsiteY54" fmla="*/ 21145 h 416528"/>
                <a:gd name="connsiteX55" fmla="*/ 422165 w 849015"/>
                <a:gd name="connsiteY55" fmla="*/ 170498 h 416528"/>
                <a:gd name="connsiteX56" fmla="*/ 422165 w 849015"/>
                <a:gd name="connsiteY56" fmla="*/ 170688 h 41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49015" h="416528">
                  <a:moveTo>
                    <a:pt x="848504" y="412623"/>
                  </a:moveTo>
                  <a:lnTo>
                    <a:pt x="643336" y="131064"/>
                  </a:lnTo>
                  <a:cubicBezTo>
                    <a:pt x="640383" y="126968"/>
                    <a:pt x="635811" y="124968"/>
                    <a:pt x="631334" y="124968"/>
                  </a:cubicBezTo>
                  <a:cubicBezTo>
                    <a:pt x="626858" y="124968"/>
                    <a:pt x="622286" y="126968"/>
                    <a:pt x="619333" y="131064"/>
                  </a:cubicBezTo>
                  <a:lnTo>
                    <a:pt x="530084" y="253460"/>
                  </a:lnTo>
                  <a:lnTo>
                    <a:pt x="530369" y="253841"/>
                  </a:lnTo>
                  <a:lnTo>
                    <a:pt x="579233" y="320802"/>
                  </a:lnTo>
                  <a:lnTo>
                    <a:pt x="636668" y="399669"/>
                  </a:lnTo>
                  <a:cubicBezTo>
                    <a:pt x="640288" y="404622"/>
                    <a:pt x="641621" y="410718"/>
                    <a:pt x="640669" y="416528"/>
                  </a:cubicBezTo>
                  <a:lnTo>
                    <a:pt x="846504" y="416528"/>
                  </a:lnTo>
                  <a:cubicBezTo>
                    <a:pt x="848600" y="416528"/>
                    <a:pt x="849743" y="414242"/>
                    <a:pt x="848504" y="412623"/>
                  </a:cubicBezTo>
                  <a:close/>
                  <a:moveTo>
                    <a:pt x="552848" y="255365"/>
                  </a:moveTo>
                  <a:lnTo>
                    <a:pt x="630382" y="148685"/>
                  </a:lnTo>
                  <a:cubicBezTo>
                    <a:pt x="630572" y="148400"/>
                    <a:pt x="630953" y="148209"/>
                    <a:pt x="631239" y="148209"/>
                  </a:cubicBezTo>
                  <a:cubicBezTo>
                    <a:pt x="631620" y="148209"/>
                    <a:pt x="631906" y="148400"/>
                    <a:pt x="632096" y="148685"/>
                  </a:cubicBezTo>
                  <a:lnTo>
                    <a:pt x="697438" y="238982"/>
                  </a:lnTo>
                  <a:lnTo>
                    <a:pt x="662481" y="287179"/>
                  </a:lnTo>
                  <a:cubicBezTo>
                    <a:pt x="661814" y="288131"/>
                    <a:pt x="660671" y="288608"/>
                    <a:pt x="659624" y="288608"/>
                  </a:cubicBezTo>
                  <a:cubicBezTo>
                    <a:pt x="658576" y="288608"/>
                    <a:pt x="657623" y="288131"/>
                    <a:pt x="656861" y="287274"/>
                  </a:cubicBezTo>
                  <a:lnTo>
                    <a:pt x="633811" y="258794"/>
                  </a:lnTo>
                  <a:cubicBezTo>
                    <a:pt x="633144" y="257937"/>
                    <a:pt x="632096" y="257461"/>
                    <a:pt x="631049" y="257461"/>
                  </a:cubicBezTo>
                  <a:cubicBezTo>
                    <a:pt x="630001" y="257461"/>
                    <a:pt x="628953" y="257937"/>
                    <a:pt x="628286" y="258794"/>
                  </a:cubicBezTo>
                  <a:lnTo>
                    <a:pt x="592853" y="303562"/>
                  </a:lnTo>
                  <a:cubicBezTo>
                    <a:pt x="592187" y="304419"/>
                    <a:pt x="591139" y="304895"/>
                    <a:pt x="590091" y="304895"/>
                  </a:cubicBezTo>
                  <a:cubicBezTo>
                    <a:pt x="589043" y="304895"/>
                    <a:pt x="587900" y="304419"/>
                    <a:pt x="587234" y="303467"/>
                  </a:cubicBezTo>
                  <a:lnTo>
                    <a:pt x="552848" y="255365"/>
                  </a:lnTo>
                  <a:close/>
                  <a:moveTo>
                    <a:pt x="328154" y="8763"/>
                  </a:moveTo>
                  <a:cubicBezTo>
                    <a:pt x="323867" y="2953"/>
                    <a:pt x="317486" y="0"/>
                    <a:pt x="311009" y="0"/>
                  </a:cubicBezTo>
                  <a:cubicBezTo>
                    <a:pt x="304532" y="0"/>
                    <a:pt x="298055" y="2953"/>
                    <a:pt x="293864" y="8763"/>
                  </a:cubicBezTo>
                  <a:lnTo>
                    <a:pt x="684" y="410908"/>
                  </a:lnTo>
                  <a:cubicBezTo>
                    <a:pt x="-1030" y="413290"/>
                    <a:pt x="684" y="416528"/>
                    <a:pt x="3542" y="416528"/>
                  </a:cubicBezTo>
                  <a:lnTo>
                    <a:pt x="416165" y="416528"/>
                  </a:lnTo>
                  <a:lnTo>
                    <a:pt x="618476" y="416528"/>
                  </a:lnTo>
                  <a:cubicBezTo>
                    <a:pt x="621333" y="416528"/>
                    <a:pt x="623048" y="413290"/>
                    <a:pt x="621333" y="410908"/>
                  </a:cubicBezTo>
                  <a:lnTo>
                    <a:pt x="328154" y="8763"/>
                  </a:lnTo>
                  <a:close/>
                  <a:moveTo>
                    <a:pt x="422165" y="170688"/>
                  </a:moveTo>
                  <a:lnTo>
                    <a:pt x="388542" y="211931"/>
                  </a:lnTo>
                  <a:cubicBezTo>
                    <a:pt x="387875" y="212789"/>
                    <a:pt x="386828" y="213265"/>
                    <a:pt x="385780" y="213265"/>
                  </a:cubicBezTo>
                  <a:cubicBezTo>
                    <a:pt x="384732" y="213265"/>
                    <a:pt x="383589" y="212789"/>
                    <a:pt x="382922" y="211836"/>
                  </a:cubicBezTo>
                  <a:lnTo>
                    <a:pt x="356824" y="176117"/>
                  </a:lnTo>
                  <a:cubicBezTo>
                    <a:pt x="356157" y="175165"/>
                    <a:pt x="355014" y="174689"/>
                    <a:pt x="353966" y="174689"/>
                  </a:cubicBezTo>
                  <a:cubicBezTo>
                    <a:pt x="352823" y="174689"/>
                    <a:pt x="351776" y="175165"/>
                    <a:pt x="351014" y="176213"/>
                  </a:cubicBezTo>
                  <a:lnTo>
                    <a:pt x="313771" y="230410"/>
                  </a:lnTo>
                  <a:cubicBezTo>
                    <a:pt x="313104" y="231458"/>
                    <a:pt x="311961" y="231934"/>
                    <a:pt x="310913" y="231934"/>
                  </a:cubicBezTo>
                  <a:cubicBezTo>
                    <a:pt x="309770" y="231934"/>
                    <a:pt x="308723" y="231458"/>
                    <a:pt x="308056" y="230410"/>
                  </a:cubicBezTo>
                  <a:lnTo>
                    <a:pt x="270813" y="176213"/>
                  </a:lnTo>
                  <a:cubicBezTo>
                    <a:pt x="270146" y="175165"/>
                    <a:pt x="269003" y="174689"/>
                    <a:pt x="267956" y="174689"/>
                  </a:cubicBezTo>
                  <a:cubicBezTo>
                    <a:pt x="266908" y="174689"/>
                    <a:pt x="265860" y="175165"/>
                    <a:pt x="265098" y="176117"/>
                  </a:cubicBezTo>
                  <a:lnTo>
                    <a:pt x="251954" y="194119"/>
                  </a:lnTo>
                  <a:cubicBezTo>
                    <a:pt x="251287" y="195072"/>
                    <a:pt x="250144" y="195548"/>
                    <a:pt x="249096" y="195548"/>
                  </a:cubicBezTo>
                  <a:cubicBezTo>
                    <a:pt x="248048" y="195548"/>
                    <a:pt x="247096" y="195167"/>
                    <a:pt x="246334" y="194215"/>
                  </a:cubicBezTo>
                  <a:lnTo>
                    <a:pt x="212711" y="152972"/>
                  </a:lnTo>
                  <a:cubicBezTo>
                    <a:pt x="212615" y="152876"/>
                    <a:pt x="308627" y="21145"/>
                    <a:pt x="308627" y="21145"/>
                  </a:cubicBezTo>
                  <a:cubicBezTo>
                    <a:pt x="309199" y="20383"/>
                    <a:pt x="310056" y="20003"/>
                    <a:pt x="310913" y="20003"/>
                  </a:cubicBezTo>
                  <a:cubicBezTo>
                    <a:pt x="311771" y="20003"/>
                    <a:pt x="312628" y="20383"/>
                    <a:pt x="313199" y="21145"/>
                  </a:cubicBezTo>
                  <a:lnTo>
                    <a:pt x="422165" y="170498"/>
                  </a:lnTo>
                  <a:cubicBezTo>
                    <a:pt x="422261" y="170498"/>
                    <a:pt x="422261" y="170593"/>
                    <a:pt x="422165" y="170688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  <p:sp>
        <p:nvSpPr>
          <p:cNvPr id="46" name="Textplatzhalter 8">
            <a:extLst>
              <a:ext uri="{FF2B5EF4-FFF2-40B4-BE49-F238E27FC236}">
                <a16:creationId xmlns:a16="http://schemas.microsoft.com/office/drawing/2014/main" id="{4FCCAD04-3D7B-42BE-AE4E-DA834231B869}"/>
              </a:ext>
            </a:extLst>
          </p:cNvPr>
          <p:cNvSpPr txBox="1">
            <a:spLocks/>
          </p:cNvSpPr>
          <p:nvPr/>
        </p:nvSpPr>
        <p:spPr bwMode="gray">
          <a:xfrm>
            <a:off x="3478016" y="4016376"/>
            <a:ext cx="1512000" cy="17287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6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/>
            <a:r>
              <a:rPr lang="de-DE" noProof="0" dirty="0"/>
              <a:t>Architektur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Chong Xiang et al. (2026)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Mishca</a:t>
            </a:r>
            <a:r>
              <a:rPr lang="de-DE" dirty="0"/>
              <a:t> de Costa et al. (2025)</a:t>
            </a:r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066666EE-F333-4C6F-9857-5E5BE626241B}"/>
              </a:ext>
            </a:extLst>
          </p:cNvPr>
          <p:cNvSpPr txBox="1">
            <a:spLocks/>
          </p:cNvSpPr>
          <p:nvPr/>
        </p:nvSpPr>
        <p:spPr bwMode="gray">
          <a:xfrm>
            <a:off x="5638404" y="1858962"/>
            <a:ext cx="719015" cy="430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noProof="0" dirty="0">
                <a:solidFill>
                  <a:schemeClr val="tx1"/>
                </a:solidFill>
              </a:rPr>
              <a:t>03</a:t>
            </a:r>
          </a:p>
        </p:txBody>
      </p: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57F65428-6838-4F7F-80D1-6F561EEE3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638404" y="2289175"/>
            <a:ext cx="1296988" cy="1296988"/>
            <a:chOff x="1317626" y="2289175"/>
            <a:chExt cx="1296988" cy="1296988"/>
          </a:xfrm>
        </p:grpSpPr>
        <p:sp>
          <p:nvSpPr>
            <p:cNvPr id="96" name="Textplatzhalter 20">
              <a:extLst>
                <a:ext uri="{FF2B5EF4-FFF2-40B4-BE49-F238E27FC236}">
                  <a16:creationId xmlns:a16="http://schemas.microsoft.com/office/drawing/2014/main" id="{1DE6F8D4-7352-48CB-A9F9-5B88C361FC51}"/>
                </a:ext>
              </a:extLst>
            </p:cNvPr>
            <p:cNvSpPr txBox="1">
              <a:spLocks/>
            </p:cNvSpPr>
            <p:nvPr/>
          </p:nvSpPr>
          <p:spPr>
            <a:xfrm>
              <a:off x="1317626" y="2289175"/>
              <a:ext cx="1296988" cy="1296988"/>
            </a:xfrm>
            <a:prstGeom prst="roundRect">
              <a:avLst>
                <a:gd name="adj" fmla="val 5638"/>
              </a:avLst>
            </a:prstGeom>
            <a:solidFill>
              <a:schemeClr val="tx2"/>
            </a:solidFill>
            <a:effectLst/>
          </p:spPr>
          <p:txBody>
            <a:bodyPr vert="horz" lIns="360000" tIns="360000" rIns="0" bIns="0" rtlCol="0">
              <a:noAutofit/>
            </a:bodyPr>
            <a:lstStyle>
              <a:defPPr>
                <a:defRPr lang="en-US"/>
              </a:defPPr>
              <a:lvl1pPr defTabSz="650230">
                <a:defRPr sz="2600"/>
              </a:lvl1pPr>
              <a:lvl2pPr marL="650230" defTabSz="650230">
                <a:defRPr sz="2600"/>
              </a:lvl2pPr>
              <a:lvl3pPr marL="1300460" defTabSz="650230">
                <a:defRPr sz="2600"/>
              </a:lvl3pPr>
              <a:lvl4pPr marL="1950690" defTabSz="650230">
                <a:defRPr sz="2600"/>
              </a:lvl4pPr>
              <a:lvl5pPr marL="2600919" defTabSz="650230">
                <a:defRPr sz="2600"/>
              </a:lvl5pPr>
              <a:lvl6pPr marL="3251149" defTabSz="650230">
                <a:defRPr sz="2600"/>
              </a:lvl6pPr>
              <a:lvl7pPr marL="3901379" defTabSz="650230">
                <a:defRPr sz="2600"/>
              </a:lvl7pPr>
              <a:lvl8pPr marL="4551609" defTabSz="650230">
                <a:defRPr sz="2600"/>
              </a:lvl8pPr>
              <a:lvl9pPr marL="5201839" defTabSz="650230">
                <a:defRPr sz="2600"/>
              </a:lvl9pPr>
            </a:lstStyle>
            <a:p>
              <a:endParaRPr lang="de-DE" noProof="0" dirty="0"/>
            </a:p>
          </p:txBody>
        </p:sp>
        <p:sp>
          <p:nvSpPr>
            <p:cNvPr id="99" name="Freihandform: Form 98">
              <a:extLst>
                <a:ext uri="{FF2B5EF4-FFF2-40B4-BE49-F238E27FC236}">
                  <a16:creationId xmlns:a16="http://schemas.microsoft.com/office/drawing/2014/main" id="{5090B54B-B724-4D55-A8A9-15E8A37C8307}"/>
                </a:ext>
              </a:extLst>
            </p:cNvPr>
            <p:cNvSpPr/>
            <p:nvPr/>
          </p:nvSpPr>
          <p:spPr>
            <a:xfrm>
              <a:off x="1541638" y="2729405"/>
              <a:ext cx="849015" cy="416528"/>
            </a:xfrm>
            <a:custGeom>
              <a:avLst/>
              <a:gdLst>
                <a:gd name="connsiteX0" fmla="*/ 848504 w 849015"/>
                <a:gd name="connsiteY0" fmla="*/ 412623 h 416528"/>
                <a:gd name="connsiteX1" fmla="*/ 643336 w 849015"/>
                <a:gd name="connsiteY1" fmla="*/ 131064 h 416528"/>
                <a:gd name="connsiteX2" fmla="*/ 631334 w 849015"/>
                <a:gd name="connsiteY2" fmla="*/ 124968 h 416528"/>
                <a:gd name="connsiteX3" fmla="*/ 619333 w 849015"/>
                <a:gd name="connsiteY3" fmla="*/ 131064 h 416528"/>
                <a:gd name="connsiteX4" fmla="*/ 530084 w 849015"/>
                <a:gd name="connsiteY4" fmla="*/ 253460 h 416528"/>
                <a:gd name="connsiteX5" fmla="*/ 530369 w 849015"/>
                <a:gd name="connsiteY5" fmla="*/ 253841 h 416528"/>
                <a:gd name="connsiteX6" fmla="*/ 579233 w 849015"/>
                <a:gd name="connsiteY6" fmla="*/ 320802 h 416528"/>
                <a:gd name="connsiteX7" fmla="*/ 636668 w 849015"/>
                <a:gd name="connsiteY7" fmla="*/ 399669 h 416528"/>
                <a:gd name="connsiteX8" fmla="*/ 640669 w 849015"/>
                <a:gd name="connsiteY8" fmla="*/ 416528 h 416528"/>
                <a:gd name="connsiteX9" fmla="*/ 846504 w 849015"/>
                <a:gd name="connsiteY9" fmla="*/ 416528 h 416528"/>
                <a:gd name="connsiteX10" fmla="*/ 848504 w 849015"/>
                <a:gd name="connsiteY10" fmla="*/ 412623 h 416528"/>
                <a:gd name="connsiteX11" fmla="*/ 552848 w 849015"/>
                <a:gd name="connsiteY11" fmla="*/ 255365 h 416528"/>
                <a:gd name="connsiteX12" fmla="*/ 630382 w 849015"/>
                <a:gd name="connsiteY12" fmla="*/ 148685 h 416528"/>
                <a:gd name="connsiteX13" fmla="*/ 631239 w 849015"/>
                <a:gd name="connsiteY13" fmla="*/ 148209 h 416528"/>
                <a:gd name="connsiteX14" fmla="*/ 632096 w 849015"/>
                <a:gd name="connsiteY14" fmla="*/ 148685 h 416528"/>
                <a:gd name="connsiteX15" fmla="*/ 697438 w 849015"/>
                <a:gd name="connsiteY15" fmla="*/ 238982 h 416528"/>
                <a:gd name="connsiteX16" fmla="*/ 662481 w 849015"/>
                <a:gd name="connsiteY16" fmla="*/ 287179 h 416528"/>
                <a:gd name="connsiteX17" fmla="*/ 659624 w 849015"/>
                <a:gd name="connsiteY17" fmla="*/ 288608 h 416528"/>
                <a:gd name="connsiteX18" fmla="*/ 656861 w 849015"/>
                <a:gd name="connsiteY18" fmla="*/ 287274 h 416528"/>
                <a:gd name="connsiteX19" fmla="*/ 633811 w 849015"/>
                <a:gd name="connsiteY19" fmla="*/ 258794 h 416528"/>
                <a:gd name="connsiteX20" fmla="*/ 631049 w 849015"/>
                <a:gd name="connsiteY20" fmla="*/ 257461 h 416528"/>
                <a:gd name="connsiteX21" fmla="*/ 628286 w 849015"/>
                <a:gd name="connsiteY21" fmla="*/ 258794 h 416528"/>
                <a:gd name="connsiteX22" fmla="*/ 592853 w 849015"/>
                <a:gd name="connsiteY22" fmla="*/ 303562 h 416528"/>
                <a:gd name="connsiteX23" fmla="*/ 590091 w 849015"/>
                <a:gd name="connsiteY23" fmla="*/ 304895 h 416528"/>
                <a:gd name="connsiteX24" fmla="*/ 587234 w 849015"/>
                <a:gd name="connsiteY24" fmla="*/ 303467 h 416528"/>
                <a:gd name="connsiteX25" fmla="*/ 552848 w 849015"/>
                <a:gd name="connsiteY25" fmla="*/ 255365 h 416528"/>
                <a:gd name="connsiteX26" fmla="*/ 328154 w 849015"/>
                <a:gd name="connsiteY26" fmla="*/ 8763 h 416528"/>
                <a:gd name="connsiteX27" fmla="*/ 311009 w 849015"/>
                <a:gd name="connsiteY27" fmla="*/ 0 h 416528"/>
                <a:gd name="connsiteX28" fmla="*/ 293864 w 849015"/>
                <a:gd name="connsiteY28" fmla="*/ 8763 h 416528"/>
                <a:gd name="connsiteX29" fmla="*/ 684 w 849015"/>
                <a:gd name="connsiteY29" fmla="*/ 410908 h 416528"/>
                <a:gd name="connsiteX30" fmla="*/ 3542 w 849015"/>
                <a:gd name="connsiteY30" fmla="*/ 416528 h 416528"/>
                <a:gd name="connsiteX31" fmla="*/ 416165 w 849015"/>
                <a:gd name="connsiteY31" fmla="*/ 416528 h 416528"/>
                <a:gd name="connsiteX32" fmla="*/ 618476 w 849015"/>
                <a:gd name="connsiteY32" fmla="*/ 416528 h 416528"/>
                <a:gd name="connsiteX33" fmla="*/ 621333 w 849015"/>
                <a:gd name="connsiteY33" fmla="*/ 410908 h 416528"/>
                <a:gd name="connsiteX34" fmla="*/ 328154 w 849015"/>
                <a:gd name="connsiteY34" fmla="*/ 8763 h 416528"/>
                <a:gd name="connsiteX35" fmla="*/ 422165 w 849015"/>
                <a:gd name="connsiteY35" fmla="*/ 170688 h 416528"/>
                <a:gd name="connsiteX36" fmla="*/ 388542 w 849015"/>
                <a:gd name="connsiteY36" fmla="*/ 211931 h 416528"/>
                <a:gd name="connsiteX37" fmla="*/ 385780 w 849015"/>
                <a:gd name="connsiteY37" fmla="*/ 213265 h 416528"/>
                <a:gd name="connsiteX38" fmla="*/ 382922 w 849015"/>
                <a:gd name="connsiteY38" fmla="*/ 211836 h 416528"/>
                <a:gd name="connsiteX39" fmla="*/ 356824 w 849015"/>
                <a:gd name="connsiteY39" fmla="*/ 176117 h 416528"/>
                <a:gd name="connsiteX40" fmla="*/ 353966 w 849015"/>
                <a:gd name="connsiteY40" fmla="*/ 174689 h 416528"/>
                <a:gd name="connsiteX41" fmla="*/ 351014 w 849015"/>
                <a:gd name="connsiteY41" fmla="*/ 176213 h 416528"/>
                <a:gd name="connsiteX42" fmla="*/ 313771 w 849015"/>
                <a:gd name="connsiteY42" fmla="*/ 230410 h 416528"/>
                <a:gd name="connsiteX43" fmla="*/ 310913 w 849015"/>
                <a:gd name="connsiteY43" fmla="*/ 231934 h 416528"/>
                <a:gd name="connsiteX44" fmla="*/ 308056 w 849015"/>
                <a:gd name="connsiteY44" fmla="*/ 230410 h 416528"/>
                <a:gd name="connsiteX45" fmla="*/ 270813 w 849015"/>
                <a:gd name="connsiteY45" fmla="*/ 176213 h 416528"/>
                <a:gd name="connsiteX46" fmla="*/ 267956 w 849015"/>
                <a:gd name="connsiteY46" fmla="*/ 174689 h 416528"/>
                <a:gd name="connsiteX47" fmla="*/ 265098 w 849015"/>
                <a:gd name="connsiteY47" fmla="*/ 176117 h 416528"/>
                <a:gd name="connsiteX48" fmla="*/ 251954 w 849015"/>
                <a:gd name="connsiteY48" fmla="*/ 194119 h 416528"/>
                <a:gd name="connsiteX49" fmla="*/ 249096 w 849015"/>
                <a:gd name="connsiteY49" fmla="*/ 195548 h 416528"/>
                <a:gd name="connsiteX50" fmla="*/ 246334 w 849015"/>
                <a:gd name="connsiteY50" fmla="*/ 194215 h 416528"/>
                <a:gd name="connsiteX51" fmla="*/ 212711 w 849015"/>
                <a:gd name="connsiteY51" fmla="*/ 152972 h 416528"/>
                <a:gd name="connsiteX52" fmla="*/ 308627 w 849015"/>
                <a:gd name="connsiteY52" fmla="*/ 21145 h 416528"/>
                <a:gd name="connsiteX53" fmla="*/ 310913 w 849015"/>
                <a:gd name="connsiteY53" fmla="*/ 20003 h 416528"/>
                <a:gd name="connsiteX54" fmla="*/ 313199 w 849015"/>
                <a:gd name="connsiteY54" fmla="*/ 21145 h 416528"/>
                <a:gd name="connsiteX55" fmla="*/ 422165 w 849015"/>
                <a:gd name="connsiteY55" fmla="*/ 170498 h 416528"/>
                <a:gd name="connsiteX56" fmla="*/ 422165 w 849015"/>
                <a:gd name="connsiteY56" fmla="*/ 170688 h 41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49015" h="416528">
                  <a:moveTo>
                    <a:pt x="848504" y="412623"/>
                  </a:moveTo>
                  <a:lnTo>
                    <a:pt x="643336" y="131064"/>
                  </a:lnTo>
                  <a:cubicBezTo>
                    <a:pt x="640383" y="126968"/>
                    <a:pt x="635811" y="124968"/>
                    <a:pt x="631334" y="124968"/>
                  </a:cubicBezTo>
                  <a:cubicBezTo>
                    <a:pt x="626858" y="124968"/>
                    <a:pt x="622286" y="126968"/>
                    <a:pt x="619333" y="131064"/>
                  </a:cubicBezTo>
                  <a:lnTo>
                    <a:pt x="530084" y="253460"/>
                  </a:lnTo>
                  <a:lnTo>
                    <a:pt x="530369" y="253841"/>
                  </a:lnTo>
                  <a:lnTo>
                    <a:pt x="579233" y="320802"/>
                  </a:lnTo>
                  <a:lnTo>
                    <a:pt x="636668" y="399669"/>
                  </a:lnTo>
                  <a:cubicBezTo>
                    <a:pt x="640288" y="404622"/>
                    <a:pt x="641621" y="410718"/>
                    <a:pt x="640669" y="416528"/>
                  </a:cubicBezTo>
                  <a:lnTo>
                    <a:pt x="846504" y="416528"/>
                  </a:lnTo>
                  <a:cubicBezTo>
                    <a:pt x="848600" y="416528"/>
                    <a:pt x="849743" y="414242"/>
                    <a:pt x="848504" y="412623"/>
                  </a:cubicBezTo>
                  <a:close/>
                  <a:moveTo>
                    <a:pt x="552848" y="255365"/>
                  </a:moveTo>
                  <a:lnTo>
                    <a:pt x="630382" y="148685"/>
                  </a:lnTo>
                  <a:cubicBezTo>
                    <a:pt x="630572" y="148400"/>
                    <a:pt x="630953" y="148209"/>
                    <a:pt x="631239" y="148209"/>
                  </a:cubicBezTo>
                  <a:cubicBezTo>
                    <a:pt x="631620" y="148209"/>
                    <a:pt x="631906" y="148400"/>
                    <a:pt x="632096" y="148685"/>
                  </a:cubicBezTo>
                  <a:lnTo>
                    <a:pt x="697438" y="238982"/>
                  </a:lnTo>
                  <a:lnTo>
                    <a:pt x="662481" y="287179"/>
                  </a:lnTo>
                  <a:cubicBezTo>
                    <a:pt x="661814" y="288131"/>
                    <a:pt x="660671" y="288608"/>
                    <a:pt x="659624" y="288608"/>
                  </a:cubicBezTo>
                  <a:cubicBezTo>
                    <a:pt x="658576" y="288608"/>
                    <a:pt x="657623" y="288131"/>
                    <a:pt x="656861" y="287274"/>
                  </a:cubicBezTo>
                  <a:lnTo>
                    <a:pt x="633811" y="258794"/>
                  </a:lnTo>
                  <a:cubicBezTo>
                    <a:pt x="633144" y="257937"/>
                    <a:pt x="632096" y="257461"/>
                    <a:pt x="631049" y="257461"/>
                  </a:cubicBezTo>
                  <a:cubicBezTo>
                    <a:pt x="630001" y="257461"/>
                    <a:pt x="628953" y="257937"/>
                    <a:pt x="628286" y="258794"/>
                  </a:cubicBezTo>
                  <a:lnTo>
                    <a:pt x="592853" y="303562"/>
                  </a:lnTo>
                  <a:cubicBezTo>
                    <a:pt x="592187" y="304419"/>
                    <a:pt x="591139" y="304895"/>
                    <a:pt x="590091" y="304895"/>
                  </a:cubicBezTo>
                  <a:cubicBezTo>
                    <a:pt x="589043" y="304895"/>
                    <a:pt x="587900" y="304419"/>
                    <a:pt x="587234" y="303467"/>
                  </a:cubicBezTo>
                  <a:lnTo>
                    <a:pt x="552848" y="255365"/>
                  </a:lnTo>
                  <a:close/>
                  <a:moveTo>
                    <a:pt x="328154" y="8763"/>
                  </a:moveTo>
                  <a:cubicBezTo>
                    <a:pt x="323867" y="2953"/>
                    <a:pt x="317486" y="0"/>
                    <a:pt x="311009" y="0"/>
                  </a:cubicBezTo>
                  <a:cubicBezTo>
                    <a:pt x="304532" y="0"/>
                    <a:pt x="298055" y="2953"/>
                    <a:pt x="293864" y="8763"/>
                  </a:cubicBezTo>
                  <a:lnTo>
                    <a:pt x="684" y="410908"/>
                  </a:lnTo>
                  <a:cubicBezTo>
                    <a:pt x="-1030" y="413290"/>
                    <a:pt x="684" y="416528"/>
                    <a:pt x="3542" y="416528"/>
                  </a:cubicBezTo>
                  <a:lnTo>
                    <a:pt x="416165" y="416528"/>
                  </a:lnTo>
                  <a:lnTo>
                    <a:pt x="618476" y="416528"/>
                  </a:lnTo>
                  <a:cubicBezTo>
                    <a:pt x="621333" y="416528"/>
                    <a:pt x="623048" y="413290"/>
                    <a:pt x="621333" y="410908"/>
                  </a:cubicBezTo>
                  <a:lnTo>
                    <a:pt x="328154" y="8763"/>
                  </a:lnTo>
                  <a:close/>
                  <a:moveTo>
                    <a:pt x="422165" y="170688"/>
                  </a:moveTo>
                  <a:lnTo>
                    <a:pt x="388542" y="211931"/>
                  </a:lnTo>
                  <a:cubicBezTo>
                    <a:pt x="387875" y="212789"/>
                    <a:pt x="386828" y="213265"/>
                    <a:pt x="385780" y="213265"/>
                  </a:cubicBezTo>
                  <a:cubicBezTo>
                    <a:pt x="384732" y="213265"/>
                    <a:pt x="383589" y="212789"/>
                    <a:pt x="382922" y="211836"/>
                  </a:cubicBezTo>
                  <a:lnTo>
                    <a:pt x="356824" y="176117"/>
                  </a:lnTo>
                  <a:cubicBezTo>
                    <a:pt x="356157" y="175165"/>
                    <a:pt x="355014" y="174689"/>
                    <a:pt x="353966" y="174689"/>
                  </a:cubicBezTo>
                  <a:cubicBezTo>
                    <a:pt x="352823" y="174689"/>
                    <a:pt x="351776" y="175165"/>
                    <a:pt x="351014" y="176213"/>
                  </a:cubicBezTo>
                  <a:lnTo>
                    <a:pt x="313771" y="230410"/>
                  </a:lnTo>
                  <a:cubicBezTo>
                    <a:pt x="313104" y="231458"/>
                    <a:pt x="311961" y="231934"/>
                    <a:pt x="310913" y="231934"/>
                  </a:cubicBezTo>
                  <a:cubicBezTo>
                    <a:pt x="309770" y="231934"/>
                    <a:pt x="308723" y="231458"/>
                    <a:pt x="308056" y="230410"/>
                  </a:cubicBezTo>
                  <a:lnTo>
                    <a:pt x="270813" y="176213"/>
                  </a:lnTo>
                  <a:cubicBezTo>
                    <a:pt x="270146" y="175165"/>
                    <a:pt x="269003" y="174689"/>
                    <a:pt x="267956" y="174689"/>
                  </a:cubicBezTo>
                  <a:cubicBezTo>
                    <a:pt x="266908" y="174689"/>
                    <a:pt x="265860" y="175165"/>
                    <a:pt x="265098" y="176117"/>
                  </a:cubicBezTo>
                  <a:lnTo>
                    <a:pt x="251954" y="194119"/>
                  </a:lnTo>
                  <a:cubicBezTo>
                    <a:pt x="251287" y="195072"/>
                    <a:pt x="250144" y="195548"/>
                    <a:pt x="249096" y="195548"/>
                  </a:cubicBezTo>
                  <a:cubicBezTo>
                    <a:pt x="248048" y="195548"/>
                    <a:pt x="247096" y="195167"/>
                    <a:pt x="246334" y="194215"/>
                  </a:cubicBezTo>
                  <a:lnTo>
                    <a:pt x="212711" y="152972"/>
                  </a:lnTo>
                  <a:cubicBezTo>
                    <a:pt x="212615" y="152876"/>
                    <a:pt x="308627" y="21145"/>
                    <a:pt x="308627" y="21145"/>
                  </a:cubicBezTo>
                  <a:cubicBezTo>
                    <a:pt x="309199" y="20383"/>
                    <a:pt x="310056" y="20003"/>
                    <a:pt x="310913" y="20003"/>
                  </a:cubicBezTo>
                  <a:cubicBezTo>
                    <a:pt x="311771" y="20003"/>
                    <a:pt x="312628" y="20383"/>
                    <a:pt x="313199" y="21145"/>
                  </a:cubicBezTo>
                  <a:lnTo>
                    <a:pt x="422165" y="170498"/>
                  </a:lnTo>
                  <a:cubicBezTo>
                    <a:pt x="422261" y="170498"/>
                    <a:pt x="422261" y="170593"/>
                    <a:pt x="422165" y="170688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  <p:sp>
        <p:nvSpPr>
          <p:cNvPr id="47" name="Textplatzhalter 8">
            <a:extLst>
              <a:ext uri="{FF2B5EF4-FFF2-40B4-BE49-F238E27FC236}">
                <a16:creationId xmlns:a16="http://schemas.microsoft.com/office/drawing/2014/main" id="{C20C98AD-B349-4C34-8BC7-527623AE16AC}"/>
              </a:ext>
            </a:extLst>
          </p:cNvPr>
          <p:cNvSpPr txBox="1">
            <a:spLocks/>
          </p:cNvSpPr>
          <p:nvPr/>
        </p:nvSpPr>
        <p:spPr bwMode="gray">
          <a:xfrm>
            <a:off x="5638404" y="4016376"/>
            <a:ext cx="1656083" cy="17287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6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/>
              <a:t>Indirekte Prompt </a:t>
            </a:r>
            <a:r>
              <a:rPr lang="de-DE" sz="1600" b="1" dirty="0" err="1"/>
              <a:t>Injection</a:t>
            </a:r>
            <a:endParaRPr lang="de-DE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Kai Greshake et al. (2023)</a:t>
            </a:r>
            <a:endParaRPr lang="de-DE" noProof="0" dirty="0"/>
          </a:p>
        </p:txBody>
      </p:sp>
      <p:sp>
        <p:nvSpPr>
          <p:cNvPr id="36" name="Textplatzhalter 34">
            <a:extLst>
              <a:ext uri="{FF2B5EF4-FFF2-40B4-BE49-F238E27FC236}">
                <a16:creationId xmlns:a16="http://schemas.microsoft.com/office/drawing/2014/main" id="{58517D8E-0A6A-462C-8E5D-A67AB8F278EB}"/>
              </a:ext>
            </a:extLst>
          </p:cNvPr>
          <p:cNvSpPr txBox="1">
            <a:spLocks/>
          </p:cNvSpPr>
          <p:nvPr/>
        </p:nvSpPr>
        <p:spPr bwMode="gray">
          <a:xfrm>
            <a:off x="7798793" y="1858962"/>
            <a:ext cx="719015" cy="430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noProof="0" dirty="0">
                <a:solidFill>
                  <a:schemeClr val="tx1"/>
                </a:solidFill>
              </a:rPr>
              <a:t>04</a:t>
            </a:r>
          </a:p>
        </p:txBody>
      </p:sp>
      <p:sp>
        <p:nvSpPr>
          <p:cNvPr id="106" name="Textplatzhalter 20">
            <a:extLst>
              <a:ext uri="{FF2B5EF4-FFF2-40B4-BE49-F238E27FC236}">
                <a16:creationId xmlns:a16="http://schemas.microsoft.com/office/drawing/2014/main" id="{A3C68C8C-6654-4217-A322-7F7497919D09}"/>
              </a:ext>
            </a:extLst>
          </p:cNvPr>
          <p:cNvSpPr txBox="1">
            <a:spLocks/>
          </p:cNvSpPr>
          <p:nvPr/>
        </p:nvSpPr>
        <p:spPr>
          <a:xfrm>
            <a:off x="7798793" y="2289175"/>
            <a:ext cx="1296988" cy="1296988"/>
          </a:xfrm>
          <a:prstGeom prst="roundRect">
            <a:avLst>
              <a:gd name="adj" fmla="val 5638"/>
            </a:avLst>
          </a:prstGeom>
          <a:solidFill>
            <a:schemeClr val="tx2"/>
          </a:solidFill>
          <a:effectLst/>
        </p:spPr>
        <p:txBody>
          <a:bodyPr vert="horz" lIns="360000" tIns="360000" rIns="0" bIns="0" rtlCol="0">
            <a:noAutofit/>
          </a:bodyPr>
          <a:lstStyle>
            <a:defPPr>
              <a:defRPr lang="en-US"/>
            </a:defPPr>
            <a:lvl1pPr defTabSz="650230">
              <a:defRPr sz="2600"/>
            </a:lvl1pPr>
            <a:lvl2pPr marL="650230" defTabSz="650230">
              <a:defRPr sz="2600"/>
            </a:lvl2pPr>
            <a:lvl3pPr marL="1300460" defTabSz="650230">
              <a:defRPr sz="2600"/>
            </a:lvl3pPr>
            <a:lvl4pPr marL="1950690" defTabSz="650230">
              <a:defRPr sz="2600"/>
            </a:lvl4pPr>
            <a:lvl5pPr marL="2600919" defTabSz="650230">
              <a:defRPr sz="2600"/>
            </a:lvl5pPr>
            <a:lvl6pPr marL="3251149" defTabSz="650230">
              <a:defRPr sz="2600"/>
            </a:lvl6pPr>
            <a:lvl7pPr marL="3901379" defTabSz="650230">
              <a:defRPr sz="2600"/>
            </a:lvl7pPr>
            <a:lvl8pPr marL="4551609" defTabSz="650230">
              <a:defRPr sz="2600"/>
            </a:lvl8pPr>
            <a:lvl9pPr marL="5201839" defTabSz="650230">
              <a:defRPr sz="2600"/>
            </a:lvl9pPr>
          </a:lstStyle>
          <a:p>
            <a:endParaRPr lang="de-DE" noProof="0" dirty="0"/>
          </a:p>
        </p:txBody>
      </p:sp>
      <p:sp>
        <p:nvSpPr>
          <p:cNvPr id="49" name="Textplatzhalter 8">
            <a:extLst>
              <a:ext uri="{FF2B5EF4-FFF2-40B4-BE49-F238E27FC236}">
                <a16:creationId xmlns:a16="http://schemas.microsoft.com/office/drawing/2014/main" id="{311F92C2-E0D5-4038-AD52-D784B22ADE3C}"/>
              </a:ext>
            </a:extLst>
          </p:cNvPr>
          <p:cNvSpPr txBox="1">
            <a:spLocks/>
          </p:cNvSpPr>
          <p:nvPr/>
        </p:nvSpPr>
        <p:spPr bwMode="gray">
          <a:xfrm>
            <a:off x="7798794" y="4016376"/>
            <a:ext cx="1512000" cy="17287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6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 err="1"/>
              <a:t>Red</a:t>
            </a:r>
            <a:r>
              <a:rPr lang="de-DE" sz="1600" b="1" dirty="0"/>
              <a:t>-Teaming-Vektoren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Mark </a:t>
            </a:r>
            <a:r>
              <a:rPr lang="de-DE" dirty="0" err="1"/>
              <a:t>Russinovich</a:t>
            </a:r>
            <a:r>
              <a:rPr lang="de-DE" dirty="0"/>
              <a:t>, Ahmed Salem, Ronen Eldan (2025)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Anay Mehrotra et al. (2024</a:t>
            </a:r>
          </a:p>
        </p:txBody>
      </p:sp>
      <p:sp>
        <p:nvSpPr>
          <p:cNvPr id="37" name="Textplatzhalter 34">
            <a:extLst>
              <a:ext uri="{FF2B5EF4-FFF2-40B4-BE49-F238E27FC236}">
                <a16:creationId xmlns:a16="http://schemas.microsoft.com/office/drawing/2014/main" id="{76CD84EB-563B-4546-9B08-3E7742689AA2}"/>
              </a:ext>
            </a:extLst>
          </p:cNvPr>
          <p:cNvSpPr txBox="1">
            <a:spLocks/>
          </p:cNvSpPr>
          <p:nvPr/>
        </p:nvSpPr>
        <p:spPr bwMode="gray">
          <a:xfrm>
            <a:off x="9959181" y="1858962"/>
            <a:ext cx="719015" cy="430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noProof="0" dirty="0">
                <a:solidFill>
                  <a:schemeClr val="tx1"/>
                </a:solidFill>
              </a:rPr>
              <a:t>05</a:t>
            </a:r>
          </a:p>
        </p:txBody>
      </p: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DF2BFAC8-50B4-45A5-BCF7-B15A387EE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959181" y="2289175"/>
            <a:ext cx="1296988" cy="1296988"/>
            <a:chOff x="1317626" y="2289175"/>
            <a:chExt cx="1296988" cy="1296988"/>
          </a:xfrm>
        </p:grpSpPr>
        <p:sp>
          <p:nvSpPr>
            <p:cNvPr id="116" name="Textplatzhalter 20">
              <a:extLst>
                <a:ext uri="{FF2B5EF4-FFF2-40B4-BE49-F238E27FC236}">
                  <a16:creationId xmlns:a16="http://schemas.microsoft.com/office/drawing/2014/main" id="{ED87D848-2870-4EAD-AF07-E128CECC48B0}"/>
                </a:ext>
              </a:extLst>
            </p:cNvPr>
            <p:cNvSpPr txBox="1">
              <a:spLocks/>
            </p:cNvSpPr>
            <p:nvPr/>
          </p:nvSpPr>
          <p:spPr>
            <a:xfrm>
              <a:off x="1317626" y="2289175"/>
              <a:ext cx="1296988" cy="1296988"/>
            </a:xfrm>
            <a:prstGeom prst="roundRect">
              <a:avLst>
                <a:gd name="adj" fmla="val 5638"/>
              </a:avLst>
            </a:prstGeom>
            <a:solidFill>
              <a:schemeClr val="tx2"/>
            </a:solidFill>
            <a:effectLst/>
          </p:spPr>
          <p:txBody>
            <a:bodyPr vert="horz" lIns="360000" tIns="360000" rIns="0" bIns="0" rtlCol="0">
              <a:noAutofit/>
            </a:bodyPr>
            <a:lstStyle>
              <a:defPPr>
                <a:defRPr lang="en-US"/>
              </a:defPPr>
              <a:lvl1pPr defTabSz="650230">
                <a:defRPr sz="2600"/>
              </a:lvl1pPr>
              <a:lvl2pPr marL="650230" defTabSz="650230">
                <a:defRPr sz="2600"/>
              </a:lvl2pPr>
              <a:lvl3pPr marL="1300460" defTabSz="650230">
                <a:defRPr sz="2600"/>
              </a:lvl3pPr>
              <a:lvl4pPr marL="1950690" defTabSz="650230">
                <a:defRPr sz="2600"/>
              </a:lvl4pPr>
              <a:lvl5pPr marL="2600919" defTabSz="650230">
                <a:defRPr sz="2600"/>
              </a:lvl5pPr>
              <a:lvl6pPr marL="3251149" defTabSz="650230">
                <a:defRPr sz="2600"/>
              </a:lvl6pPr>
              <a:lvl7pPr marL="3901379" defTabSz="650230">
                <a:defRPr sz="2600"/>
              </a:lvl7pPr>
              <a:lvl8pPr marL="4551609" defTabSz="650230">
                <a:defRPr sz="2600"/>
              </a:lvl8pPr>
              <a:lvl9pPr marL="5201839" defTabSz="650230">
                <a:defRPr sz="2600"/>
              </a:lvl9pPr>
            </a:lstStyle>
            <a:p>
              <a:endParaRPr lang="de-DE" noProof="0" dirty="0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95F76889-06DC-4DEF-9111-666AAB35BC99}"/>
                </a:ext>
              </a:extLst>
            </p:cNvPr>
            <p:cNvSpPr/>
            <p:nvPr/>
          </p:nvSpPr>
          <p:spPr>
            <a:xfrm>
              <a:off x="1541638" y="2729405"/>
              <a:ext cx="849015" cy="416528"/>
            </a:xfrm>
            <a:custGeom>
              <a:avLst/>
              <a:gdLst>
                <a:gd name="connsiteX0" fmla="*/ 848504 w 849015"/>
                <a:gd name="connsiteY0" fmla="*/ 412623 h 416528"/>
                <a:gd name="connsiteX1" fmla="*/ 643336 w 849015"/>
                <a:gd name="connsiteY1" fmla="*/ 131064 h 416528"/>
                <a:gd name="connsiteX2" fmla="*/ 631334 w 849015"/>
                <a:gd name="connsiteY2" fmla="*/ 124968 h 416528"/>
                <a:gd name="connsiteX3" fmla="*/ 619333 w 849015"/>
                <a:gd name="connsiteY3" fmla="*/ 131064 h 416528"/>
                <a:gd name="connsiteX4" fmla="*/ 530084 w 849015"/>
                <a:gd name="connsiteY4" fmla="*/ 253460 h 416528"/>
                <a:gd name="connsiteX5" fmla="*/ 530369 w 849015"/>
                <a:gd name="connsiteY5" fmla="*/ 253841 h 416528"/>
                <a:gd name="connsiteX6" fmla="*/ 579233 w 849015"/>
                <a:gd name="connsiteY6" fmla="*/ 320802 h 416528"/>
                <a:gd name="connsiteX7" fmla="*/ 636668 w 849015"/>
                <a:gd name="connsiteY7" fmla="*/ 399669 h 416528"/>
                <a:gd name="connsiteX8" fmla="*/ 640669 w 849015"/>
                <a:gd name="connsiteY8" fmla="*/ 416528 h 416528"/>
                <a:gd name="connsiteX9" fmla="*/ 846504 w 849015"/>
                <a:gd name="connsiteY9" fmla="*/ 416528 h 416528"/>
                <a:gd name="connsiteX10" fmla="*/ 848504 w 849015"/>
                <a:gd name="connsiteY10" fmla="*/ 412623 h 416528"/>
                <a:gd name="connsiteX11" fmla="*/ 552848 w 849015"/>
                <a:gd name="connsiteY11" fmla="*/ 255365 h 416528"/>
                <a:gd name="connsiteX12" fmla="*/ 630382 w 849015"/>
                <a:gd name="connsiteY12" fmla="*/ 148685 h 416528"/>
                <a:gd name="connsiteX13" fmla="*/ 631239 w 849015"/>
                <a:gd name="connsiteY13" fmla="*/ 148209 h 416528"/>
                <a:gd name="connsiteX14" fmla="*/ 632096 w 849015"/>
                <a:gd name="connsiteY14" fmla="*/ 148685 h 416528"/>
                <a:gd name="connsiteX15" fmla="*/ 697438 w 849015"/>
                <a:gd name="connsiteY15" fmla="*/ 238982 h 416528"/>
                <a:gd name="connsiteX16" fmla="*/ 662481 w 849015"/>
                <a:gd name="connsiteY16" fmla="*/ 287179 h 416528"/>
                <a:gd name="connsiteX17" fmla="*/ 659624 w 849015"/>
                <a:gd name="connsiteY17" fmla="*/ 288608 h 416528"/>
                <a:gd name="connsiteX18" fmla="*/ 656861 w 849015"/>
                <a:gd name="connsiteY18" fmla="*/ 287274 h 416528"/>
                <a:gd name="connsiteX19" fmla="*/ 633811 w 849015"/>
                <a:gd name="connsiteY19" fmla="*/ 258794 h 416528"/>
                <a:gd name="connsiteX20" fmla="*/ 631049 w 849015"/>
                <a:gd name="connsiteY20" fmla="*/ 257461 h 416528"/>
                <a:gd name="connsiteX21" fmla="*/ 628286 w 849015"/>
                <a:gd name="connsiteY21" fmla="*/ 258794 h 416528"/>
                <a:gd name="connsiteX22" fmla="*/ 592853 w 849015"/>
                <a:gd name="connsiteY22" fmla="*/ 303562 h 416528"/>
                <a:gd name="connsiteX23" fmla="*/ 590091 w 849015"/>
                <a:gd name="connsiteY23" fmla="*/ 304895 h 416528"/>
                <a:gd name="connsiteX24" fmla="*/ 587234 w 849015"/>
                <a:gd name="connsiteY24" fmla="*/ 303467 h 416528"/>
                <a:gd name="connsiteX25" fmla="*/ 552848 w 849015"/>
                <a:gd name="connsiteY25" fmla="*/ 255365 h 416528"/>
                <a:gd name="connsiteX26" fmla="*/ 328154 w 849015"/>
                <a:gd name="connsiteY26" fmla="*/ 8763 h 416528"/>
                <a:gd name="connsiteX27" fmla="*/ 311009 w 849015"/>
                <a:gd name="connsiteY27" fmla="*/ 0 h 416528"/>
                <a:gd name="connsiteX28" fmla="*/ 293864 w 849015"/>
                <a:gd name="connsiteY28" fmla="*/ 8763 h 416528"/>
                <a:gd name="connsiteX29" fmla="*/ 684 w 849015"/>
                <a:gd name="connsiteY29" fmla="*/ 410908 h 416528"/>
                <a:gd name="connsiteX30" fmla="*/ 3542 w 849015"/>
                <a:gd name="connsiteY30" fmla="*/ 416528 h 416528"/>
                <a:gd name="connsiteX31" fmla="*/ 416165 w 849015"/>
                <a:gd name="connsiteY31" fmla="*/ 416528 h 416528"/>
                <a:gd name="connsiteX32" fmla="*/ 618476 w 849015"/>
                <a:gd name="connsiteY32" fmla="*/ 416528 h 416528"/>
                <a:gd name="connsiteX33" fmla="*/ 621333 w 849015"/>
                <a:gd name="connsiteY33" fmla="*/ 410908 h 416528"/>
                <a:gd name="connsiteX34" fmla="*/ 328154 w 849015"/>
                <a:gd name="connsiteY34" fmla="*/ 8763 h 416528"/>
                <a:gd name="connsiteX35" fmla="*/ 422165 w 849015"/>
                <a:gd name="connsiteY35" fmla="*/ 170688 h 416528"/>
                <a:gd name="connsiteX36" fmla="*/ 388542 w 849015"/>
                <a:gd name="connsiteY36" fmla="*/ 211931 h 416528"/>
                <a:gd name="connsiteX37" fmla="*/ 385780 w 849015"/>
                <a:gd name="connsiteY37" fmla="*/ 213265 h 416528"/>
                <a:gd name="connsiteX38" fmla="*/ 382922 w 849015"/>
                <a:gd name="connsiteY38" fmla="*/ 211836 h 416528"/>
                <a:gd name="connsiteX39" fmla="*/ 356824 w 849015"/>
                <a:gd name="connsiteY39" fmla="*/ 176117 h 416528"/>
                <a:gd name="connsiteX40" fmla="*/ 353966 w 849015"/>
                <a:gd name="connsiteY40" fmla="*/ 174689 h 416528"/>
                <a:gd name="connsiteX41" fmla="*/ 351014 w 849015"/>
                <a:gd name="connsiteY41" fmla="*/ 176213 h 416528"/>
                <a:gd name="connsiteX42" fmla="*/ 313771 w 849015"/>
                <a:gd name="connsiteY42" fmla="*/ 230410 h 416528"/>
                <a:gd name="connsiteX43" fmla="*/ 310913 w 849015"/>
                <a:gd name="connsiteY43" fmla="*/ 231934 h 416528"/>
                <a:gd name="connsiteX44" fmla="*/ 308056 w 849015"/>
                <a:gd name="connsiteY44" fmla="*/ 230410 h 416528"/>
                <a:gd name="connsiteX45" fmla="*/ 270813 w 849015"/>
                <a:gd name="connsiteY45" fmla="*/ 176213 h 416528"/>
                <a:gd name="connsiteX46" fmla="*/ 267956 w 849015"/>
                <a:gd name="connsiteY46" fmla="*/ 174689 h 416528"/>
                <a:gd name="connsiteX47" fmla="*/ 265098 w 849015"/>
                <a:gd name="connsiteY47" fmla="*/ 176117 h 416528"/>
                <a:gd name="connsiteX48" fmla="*/ 251954 w 849015"/>
                <a:gd name="connsiteY48" fmla="*/ 194119 h 416528"/>
                <a:gd name="connsiteX49" fmla="*/ 249096 w 849015"/>
                <a:gd name="connsiteY49" fmla="*/ 195548 h 416528"/>
                <a:gd name="connsiteX50" fmla="*/ 246334 w 849015"/>
                <a:gd name="connsiteY50" fmla="*/ 194215 h 416528"/>
                <a:gd name="connsiteX51" fmla="*/ 212711 w 849015"/>
                <a:gd name="connsiteY51" fmla="*/ 152972 h 416528"/>
                <a:gd name="connsiteX52" fmla="*/ 308627 w 849015"/>
                <a:gd name="connsiteY52" fmla="*/ 21145 h 416528"/>
                <a:gd name="connsiteX53" fmla="*/ 310913 w 849015"/>
                <a:gd name="connsiteY53" fmla="*/ 20003 h 416528"/>
                <a:gd name="connsiteX54" fmla="*/ 313199 w 849015"/>
                <a:gd name="connsiteY54" fmla="*/ 21145 h 416528"/>
                <a:gd name="connsiteX55" fmla="*/ 422165 w 849015"/>
                <a:gd name="connsiteY55" fmla="*/ 170498 h 416528"/>
                <a:gd name="connsiteX56" fmla="*/ 422165 w 849015"/>
                <a:gd name="connsiteY56" fmla="*/ 170688 h 416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49015" h="416528">
                  <a:moveTo>
                    <a:pt x="848504" y="412623"/>
                  </a:moveTo>
                  <a:lnTo>
                    <a:pt x="643336" y="131064"/>
                  </a:lnTo>
                  <a:cubicBezTo>
                    <a:pt x="640383" y="126968"/>
                    <a:pt x="635811" y="124968"/>
                    <a:pt x="631334" y="124968"/>
                  </a:cubicBezTo>
                  <a:cubicBezTo>
                    <a:pt x="626858" y="124968"/>
                    <a:pt x="622286" y="126968"/>
                    <a:pt x="619333" y="131064"/>
                  </a:cubicBezTo>
                  <a:lnTo>
                    <a:pt x="530084" y="253460"/>
                  </a:lnTo>
                  <a:lnTo>
                    <a:pt x="530369" y="253841"/>
                  </a:lnTo>
                  <a:lnTo>
                    <a:pt x="579233" y="320802"/>
                  </a:lnTo>
                  <a:lnTo>
                    <a:pt x="636668" y="399669"/>
                  </a:lnTo>
                  <a:cubicBezTo>
                    <a:pt x="640288" y="404622"/>
                    <a:pt x="641621" y="410718"/>
                    <a:pt x="640669" y="416528"/>
                  </a:cubicBezTo>
                  <a:lnTo>
                    <a:pt x="846504" y="416528"/>
                  </a:lnTo>
                  <a:cubicBezTo>
                    <a:pt x="848600" y="416528"/>
                    <a:pt x="849743" y="414242"/>
                    <a:pt x="848504" y="412623"/>
                  </a:cubicBezTo>
                  <a:close/>
                  <a:moveTo>
                    <a:pt x="552848" y="255365"/>
                  </a:moveTo>
                  <a:lnTo>
                    <a:pt x="630382" y="148685"/>
                  </a:lnTo>
                  <a:cubicBezTo>
                    <a:pt x="630572" y="148400"/>
                    <a:pt x="630953" y="148209"/>
                    <a:pt x="631239" y="148209"/>
                  </a:cubicBezTo>
                  <a:cubicBezTo>
                    <a:pt x="631620" y="148209"/>
                    <a:pt x="631906" y="148400"/>
                    <a:pt x="632096" y="148685"/>
                  </a:cubicBezTo>
                  <a:lnTo>
                    <a:pt x="697438" y="238982"/>
                  </a:lnTo>
                  <a:lnTo>
                    <a:pt x="662481" y="287179"/>
                  </a:lnTo>
                  <a:cubicBezTo>
                    <a:pt x="661814" y="288131"/>
                    <a:pt x="660671" y="288608"/>
                    <a:pt x="659624" y="288608"/>
                  </a:cubicBezTo>
                  <a:cubicBezTo>
                    <a:pt x="658576" y="288608"/>
                    <a:pt x="657623" y="288131"/>
                    <a:pt x="656861" y="287274"/>
                  </a:cubicBezTo>
                  <a:lnTo>
                    <a:pt x="633811" y="258794"/>
                  </a:lnTo>
                  <a:cubicBezTo>
                    <a:pt x="633144" y="257937"/>
                    <a:pt x="632096" y="257461"/>
                    <a:pt x="631049" y="257461"/>
                  </a:cubicBezTo>
                  <a:cubicBezTo>
                    <a:pt x="630001" y="257461"/>
                    <a:pt x="628953" y="257937"/>
                    <a:pt x="628286" y="258794"/>
                  </a:cubicBezTo>
                  <a:lnTo>
                    <a:pt x="592853" y="303562"/>
                  </a:lnTo>
                  <a:cubicBezTo>
                    <a:pt x="592187" y="304419"/>
                    <a:pt x="591139" y="304895"/>
                    <a:pt x="590091" y="304895"/>
                  </a:cubicBezTo>
                  <a:cubicBezTo>
                    <a:pt x="589043" y="304895"/>
                    <a:pt x="587900" y="304419"/>
                    <a:pt x="587234" y="303467"/>
                  </a:cubicBezTo>
                  <a:lnTo>
                    <a:pt x="552848" y="255365"/>
                  </a:lnTo>
                  <a:close/>
                  <a:moveTo>
                    <a:pt x="328154" y="8763"/>
                  </a:moveTo>
                  <a:cubicBezTo>
                    <a:pt x="323867" y="2953"/>
                    <a:pt x="317486" y="0"/>
                    <a:pt x="311009" y="0"/>
                  </a:cubicBezTo>
                  <a:cubicBezTo>
                    <a:pt x="304532" y="0"/>
                    <a:pt x="298055" y="2953"/>
                    <a:pt x="293864" y="8763"/>
                  </a:cubicBezTo>
                  <a:lnTo>
                    <a:pt x="684" y="410908"/>
                  </a:lnTo>
                  <a:cubicBezTo>
                    <a:pt x="-1030" y="413290"/>
                    <a:pt x="684" y="416528"/>
                    <a:pt x="3542" y="416528"/>
                  </a:cubicBezTo>
                  <a:lnTo>
                    <a:pt x="416165" y="416528"/>
                  </a:lnTo>
                  <a:lnTo>
                    <a:pt x="618476" y="416528"/>
                  </a:lnTo>
                  <a:cubicBezTo>
                    <a:pt x="621333" y="416528"/>
                    <a:pt x="623048" y="413290"/>
                    <a:pt x="621333" y="410908"/>
                  </a:cubicBezTo>
                  <a:lnTo>
                    <a:pt x="328154" y="8763"/>
                  </a:lnTo>
                  <a:close/>
                  <a:moveTo>
                    <a:pt x="422165" y="170688"/>
                  </a:moveTo>
                  <a:lnTo>
                    <a:pt x="388542" y="211931"/>
                  </a:lnTo>
                  <a:cubicBezTo>
                    <a:pt x="387875" y="212789"/>
                    <a:pt x="386828" y="213265"/>
                    <a:pt x="385780" y="213265"/>
                  </a:cubicBezTo>
                  <a:cubicBezTo>
                    <a:pt x="384732" y="213265"/>
                    <a:pt x="383589" y="212789"/>
                    <a:pt x="382922" y="211836"/>
                  </a:cubicBezTo>
                  <a:lnTo>
                    <a:pt x="356824" y="176117"/>
                  </a:lnTo>
                  <a:cubicBezTo>
                    <a:pt x="356157" y="175165"/>
                    <a:pt x="355014" y="174689"/>
                    <a:pt x="353966" y="174689"/>
                  </a:cubicBezTo>
                  <a:cubicBezTo>
                    <a:pt x="352823" y="174689"/>
                    <a:pt x="351776" y="175165"/>
                    <a:pt x="351014" y="176213"/>
                  </a:cubicBezTo>
                  <a:lnTo>
                    <a:pt x="313771" y="230410"/>
                  </a:lnTo>
                  <a:cubicBezTo>
                    <a:pt x="313104" y="231458"/>
                    <a:pt x="311961" y="231934"/>
                    <a:pt x="310913" y="231934"/>
                  </a:cubicBezTo>
                  <a:cubicBezTo>
                    <a:pt x="309770" y="231934"/>
                    <a:pt x="308723" y="231458"/>
                    <a:pt x="308056" y="230410"/>
                  </a:cubicBezTo>
                  <a:lnTo>
                    <a:pt x="270813" y="176213"/>
                  </a:lnTo>
                  <a:cubicBezTo>
                    <a:pt x="270146" y="175165"/>
                    <a:pt x="269003" y="174689"/>
                    <a:pt x="267956" y="174689"/>
                  </a:cubicBezTo>
                  <a:cubicBezTo>
                    <a:pt x="266908" y="174689"/>
                    <a:pt x="265860" y="175165"/>
                    <a:pt x="265098" y="176117"/>
                  </a:cubicBezTo>
                  <a:lnTo>
                    <a:pt x="251954" y="194119"/>
                  </a:lnTo>
                  <a:cubicBezTo>
                    <a:pt x="251287" y="195072"/>
                    <a:pt x="250144" y="195548"/>
                    <a:pt x="249096" y="195548"/>
                  </a:cubicBezTo>
                  <a:cubicBezTo>
                    <a:pt x="248048" y="195548"/>
                    <a:pt x="247096" y="195167"/>
                    <a:pt x="246334" y="194215"/>
                  </a:cubicBezTo>
                  <a:lnTo>
                    <a:pt x="212711" y="152972"/>
                  </a:lnTo>
                  <a:cubicBezTo>
                    <a:pt x="212615" y="152876"/>
                    <a:pt x="308627" y="21145"/>
                    <a:pt x="308627" y="21145"/>
                  </a:cubicBezTo>
                  <a:cubicBezTo>
                    <a:pt x="309199" y="20383"/>
                    <a:pt x="310056" y="20003"/>
                    <a:pt x="310913" y="20003"/>
                  </a:cubicBezTo>
                  <a:cubicBezTo>
                    <a:pt x="311771" y="20003"/>
                    <a:pt x="312628" y="20383"/>
                    <a:pt x="313199" y="21145"/>
                  </a:cubicBezTo>
                  <a:lnTo>
                    <a:pt x="422165" y="170498"/>
                  </a:lnTo>
                  <a:cubicBezTo>
                    <a:pt x="422261" y="170498"/>
                    <a:pt x="422261" y="170593"/>
                    <a:pt x="422165" y="170688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noProof="0" dirty="0"/>
            </a:p>
          </p:txBody>
        </p:sp>
      </p:grpSp>
      <p:sp>
        <p:nvSpPr>
          <p:cNvPr id="50" name="Textplatzhalter 8">
            <a:extLst>
              <a:ext uri="{FF2B5EF4-FFF2-40B4-BE49-F238E27FC236}">
                <a16:creationId xmlns:a16="http://schemas.microsoft.com/office/drawing/2014/main" id="{FFC5F74E-CC54-4B2F-9CED-95B59D927C84}"/>
              </a:ext>
            </a:extLst>
          </p:cNvPr>
          <p:cNvSpPr txBox="1">
            <a:spLocks/>
          </p:cNvSpPr>
          <p:nvPr/>
        </p:nvSpPr>
        <p:spPr bwMode="gray">
          <a:xfrm>
            <a:off x="9959180" y="4016376"/>
            <a:ext cx="2015827" cy="17287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6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/>
              <a:t>Evaluierung, Tooling &amp; Benchmarking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Leon </a:t>
            </a:r>
            <a:r>
              <a:rPr lang="de-DE" dirty="0" err="1"/>
              <a:t>Derczynski</a:t>
            </a:r>
            <a:r>
              <a:rPr lang="de-DE" dirty="0"/>
              <a:t> et al. (2024)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Lidor Erez, Omer Hofman, Tamir </a:t>
            </a:r>
            <a:r>
              <a:rPr lang="de-DE" dirty="0" err="1"/>
              <a:t>Nizri</a:t>
            </a:r>
            <a:r>
              <a:rPr lang="de-DE" dirty="0"/>
              <a:t>, Roman </a:t>
            </a:r>
            <a:r>
              <a:rPr lang="de-DE" dirty="0" err="1"/>
              <a:t>Vainshtein</a:t>
            </a:r>
            <a:r>
              <a:rPr lang="de-DE" dirty="0"/>
              <a:t> (2026)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Nourin</a:t>
            </a:r>
            <a:r>
              <a:rPr lang="de-DE" dirty="0"/>
              <a:t> Shahin, Izzat </a:t>
            </a:r>
            <a:r>
              <a:rPr lang="de-DE" dirty="0" err="1"/>
              <a:t>Alsmadi</a:t>
            </a:r>
            <a:r>
              <a:rPr lang="de-DE" dirty="0"/>
              <a:t> (2026)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7E1258F-007E-41E1-9D4A-CA6B2C7B9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>
          <a:xfrm>
            <a:off x="10390191" y="7042150"/>
            <a:ext cx="1296984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B7025C-BCA6-40C7-BFB1-2BE8C6999543}" type="datetime1">
              <a:rPr lang="de-DE" noProof="0" smtClean="0"/>
              <a:pPr/>
              <a:t>11.06.2026</a:t>
            </a:fld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97C8001-0421-43B3-BFC0-D138A7AB0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>
          <a:xfrm>
            <a:off x="454026" y="7042150"/>
            <a:ext cx="4319588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 dirty="0"/>
              <a:t>DATEV eG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E2D2D5A-1728-4453-B013-290F36B353A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>
          <a:xfrm>
            <a:off x="11687175" y="7042150"/>
            <a:ext cx="863600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2FFA8-16F3-4D16-935C-858579C7B661}" type="slidenum">
              <a:rPr lang="de-DE" noProof="0" smtClean="0"/>
              <a:pPr/>
              <a:t>8</a:t>
            </a:fld>
            <a:endParaRPr lang="de-DE" noProof="0" dirty="0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EE244980-3D04-B70E-6708-7E3852E8C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113" y="2386075"/>
            <a:ext cx="1103188" cy="1103188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080395C-5839-8C75-089B-4D5C38D8D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762" y="2355555"/>
            <a:ext cx="1108272" cy="1108272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1A41D89-F88C-D767-ED2F-8AE1C7648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151" y="2399901"/>
            <a:ext cx="1071938" cy="1071938"/>
          </a:xfrm>
          <a:prstGeom prst="rect">
            <a:avLst/>
          </a:prstGeom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47A735CF-BF2F-CD04-0967-CF8C438738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324" y="2374129"/>
            <a:ext cx="1063926" cy="1063926"/>
          </a:xfrm>
          <a:prstGeom prst="rect">
            <a:avLst/>
          </a:prstGeom>
        </p:spPr>
      </p:pic>
      <p:pic>
        <p:nvPicPr>
          <p:cNvPr id="13" name="Image 5" descr="preencoded.png">
            <a:extLst>
              <a:ext uri="{FF2B5EF4-FFF2-40B4-BE49-F238E27FC236}">
                <a16:creationId xmlns:a16="http://schemas.microsoft.com/office/drawing/2014/main" id="{64352BA1-22A9-7825-0395-DF5D7BDE60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4183" y="2398577"/>
            <a:ext cx="1086983" cy="1086983"/>
          </a:xfrm>
          <a:prstGeom prst="rect">
            <a:avLst/>
          </a:prstGeom>
        </p:spPr>
      </p:pic>
      <p:sp>
        <p:nvSpPr>
          <p:cNvPr id="3" name="Fußzeilenplatzhalter 6">
            <a:extLst>
              <a:ext uri="{FF2B5EF4-FFF2-40B4-BE49-F238E27FC236}">
                <a16:creationId xmlns:a16="http://schemas.microsoft.com/office/drawing/2014/main" id="{290D56E0-4D27-E737-33EB-53EEB9F48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306651" y="7042149"/>
            <a:ext cx="4319588" cy="236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00" noProof="0" dirty="0">
                <a:solidFill>
                  <a:srgbClr val="666666"/>
                </a:solidFill>
              </a:rPr>
              <a:t>Bachelorarbeit T3_3300</a:t>
            </a:r>
          </a:p>
        </p:txBody>
      </p:sp>
    </p:spTree>
    <p:extLst>
      <p:ext uri="{BB962C8B-B14F-4D97-AF65-F5344CB8AC3E}">
        <p14:creationId xmlns:p14="http://schemas.microsoft.com/office/powerpoint/2010/main" val="2424551067"/>
      </p:ext>
    </p:extLst>
  </p:cSld>
  <p:clrMapOvr>
    <a:masterClrMapping/>
  </p:clrMapOvr>
  <p:transition>
    <p:cover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5699F-8A92-067B-A86D-A5BEBB22E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FAE7AF-6BA8-99CE-9C74-86029CDD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0"/>
            <a:ext cx="8640000" cy="1425575"/>
          </a:xfrm>
        </p:spPr>
        <p:txBody>
          <a:bodyPr/>
          <a:lstStyle/>
          <a:p>
            <a:r>
              <a:rPr lang="de-DE" noProof="0" dirty="0"/>
              <a:t>Forschungslücke</a:t>
            </a:r>
          </a:p>
        </p:txBody>
      </p:sp>
      <p:sp>
        <p:nvSpPr>
          <p:cNvPr id="22" name="SmartArt-Platzhalter 21">
            <a:extLst>
              <a:ext uri="{FF2B5EF4-FFF2-40B4-BE49-F238E27FC236}">
                <a16:creationId xmlns:a16="http://schemas.microsoft.com/office/drawing/2014/main" id="{C31A96A0-115B-4F45-BEF2-9C70E682B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DB82-DE5C-1077-51CC-A890EDD3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>
          <a:xfrm>
            <a:off x="10390191" y="7042150"/>
            <a:ext cx="1296984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137FAB-78A3-4F8F-86EB-AB8045FEC368}" type="datetime1">
              <a:rPr lang="de-DE" noProof="0" smtClean="0"/>
              <a:pPr/>
              <a:t>11.06.2026</a:t>
            </a:fld>
            <a:endParaRPr lang="de-DE" noProof="0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09202F8-8D42-A6E0-D544-D9245E9AF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>
          <a:xfrm>
            <a:off x="454026" y="7042150"/>
            <a:ext cx="4319588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 dirty="0"/>
              <a:t>Bernhard Mebert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16DBC9F-3506-1E0F-C049-E4A4C704422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>
          <a:xfrm>
            <a:off x="11687175" y="7042150"/>
            <a:ext cx="863600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2FFA8-16F3-4D16-935C-858579C7B661}" type="slidenum">
              <a:rPr lang="de-DE" noProof="0" smtClean="0"/>
              <a:pPr/>
              <a:t>9</a:t>
            </a:fld>
            <a:endParaRPr lang="de-DE" noProof="0" dirty="0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91287C32-CCD3-253D-1166-1F07D000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825" y="2015001"/>
            <a:ext cx="3644872" cy="2644639"/>
          </a:xfrm>
          <a:prstGeom prst="roundRect">
            <a:avLst>
              <a:gd name="adj" fmla="val 1945"/>
            </a:avLst>
          </a:prstGeom>
          <a:solidFill>
            <a:schemeClr val="tx2">
              <a:alpha val="30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 b="1" noProof="0" dirty="0">
              <a:solidFill>
                <a:schemeClr val="tx1"/>
              </a:solidFill>
            </a:endParaRPr>
          </a:p>
        </p:txBody>
      </p:sp>
      <p:sp>
        <p:nvSpPr>
          <p:cNvPr id="3" name="Textplatzhalter 16">
            <a:extLst>
              <a:ext uri="{FF2B5EF4-FFF2-40B4-BE49-F238E27FC236}">
                <a16:creationId xmlns:a16="http://schemas.microsoft.com/office/drawing/2014/main" id="{C627A3E7-7CF6-D272-1B9B-3551714CB9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9792" y="2154755"/>
            <a:ext cx="3384376" cy="2366942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de-DE" sz="2800" b="1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01</a:t>
            </a:r>
          </a:p>
          <a:p>
            <a:r>
              <a:rPr lang="de-DE" b="1" dirty="0"/>
              <a:t>Einzelmaßnahmen statt Defense-in-Depth</a:t>
            </a:r>
            <a:endParaRPr lang="de-DE" dirty="0"/>
          </a:p>
          <a:p>
            <a:r>
              <a:rPr lang="de-DE" dirty="0"/>
              <a:t>Literatur testet meist isolierte Schutzmechanismen; der marginale Nutzen </a:t>
            </a:r>
            <a:r>
              <a:rPr lang="de-DE" i="1" dirty="0"/>
              <a:t>kombinierter</a:t>
            </a:r>
            <a:r>
              <a:rPr lang="de-DE" dirty="0"/>
              <a:t> Layer ist kaum systematisch gemessen.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AF2FB34-FD10-92F6-CFB8-1D4E918171BB}"/>
              </a:ext>
            </a:extLst>
          </p:cNvPr>
          <p:cNvSpPr/>
          <p:nvPr/>
        </p:nvSpPr>
        <p:spPr bwMode="gray">
          <a:xfrm>
            <a:off x="6214368" y="7185992"/>
            <a:ext cx="648072" cy="129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 anchorCtr="0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endParaRPr lang="de-DE" sz="1600" noProof="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BC08FB9-76FA-6A8E-3230-64A48DA61A6F}"/>
              </a:ext>
            </a:extLst>
          </p:cNvPr>
          <p:cNvSpPr txBox="1"/>
          <p:nvPr/>
        </p:nvSpPr>
        <p:spPr bwMode="gray">
          <a:xfrm>
            <a:off x="885825" y="1257512"/>
            <a:ext cx="10585127" cy="624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1600" dirty="0"/>
              <a:t>Angriffstechniken und Einzelmaßnahmen sind dokumentiert — die </a:t>
            </a:r>
            <a:r>
              <a:rPr lang="de-DE" sz="1600" b="1" dirty="0"/>
              <a:t>vergleichende, quantifizierte Evaluation gestaffelter Abwehr inkl. Kostenseite</a:t>
            </a:r>
            <a:r>
              <a:rPr lang="de-DE" sz="1600" dirty="0"/>
              <a:t> für LLMs mit DB-Zugriff ist es nicht.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100BDBF6-440F-2604-86B3-057E8D846091}"/>
              </a:ext>
            </a:extLst>
          </p:cNvPr>
          <p:cNvSpPr txBox="1">
            <a:spLocks/>
          </p:cNvSpPr>
          <p:nvPr/>
        </p:nvSpPr>
        <p:spPr bwMode="gray">
          <a:xfrm>
            <a:off x="885826" y="5169768"/>
            <a:ext cx="11664950" cy="1354605"/>
          </a:xfrm>
          <a:prstGeom prst="roundRect">
            <a:avLst>
              <a:gd name="adj" fmla="val 10317"/>
            </a:avLst>
          </a:prstGeom>
          <a:solidFill>
            <a:schemeClr val="tx2"/>
          </a:solidFill>
        </p:spPr>
        <p:txBody>
          <a:bodyPr vert="horz" lIns="144000" tIns="144000" rIns="288000" bIns="144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de-DE" sz="1800" noProof="0" dirty="0"/>
              <a:t>	Beitrag dieser Arbeit: </a:t>
            </a:r>
            <a:r>
              <a:rPr lang="de-DE" b="0" dirty="0"/>
              <a:t>Reproduzierbare, werkzeuggestützte </a:t>
            </a:r>
            <a:r>
              <a:rPr lang="de-DE" b="0" dirty="0" err="1"/>
              <a:t>Red</a:t>
            </a:r>
            <a:r>
              <a:rPr lang="de-DE" b="0" dirty="0"/>
              <a:t>-Team-Evaluation einer Defense-in-Depth-  	Pipeline für LLM-DB-Zugriff — mit deterministischem Oracle und Trade-off-Analyse (Sicherheit ↔ Kosten).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A1300D06-F86C-CB9D-1CE5-1EB1F49607DF}"/>
              </a:ext>
            </a:extLst>
          </p:cNvPr>
          <p:cNvSpPr/>
          <p:nvPr/>
        </p:nvSpPr>
        <p:spPr>
          <a:xfrm>
            <a:off x="1227520" y="5547645"/>
            <a:ext cx="594360" cy="59436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de-DE" noProof="0" dirty="0"/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B334B9EF-E6D1-A876-7E94-95D60C2BF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054" y="5691661"/>
            <a:ext cx="285293" cy="285293"/>
          </a:xfrm>
          <a:prstGeom prst="rect">
            <a:avLst/>
          </a:prstGeom>
        </p:spPr>
      </p:pic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3D50B45E-172E-4B89-A1A0-B1F158C74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5864" y="2026688"/>
            <a:ext cx="3644872" cy="2644639"/>
          </a:xfrm>
          <a:prstGeom prst="roundRect">
            <a:avLst>
              <a:gd name="adj" fmla="val 1945"/>
            </a:avLst>
          </a:prstGeom>
          <a:solidFill>
            <a:schemeClr val="tx2">
              <a:alpha val="30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 b="1" noProof="0" dirty="0">
              <a:solidFill>
                <a:schemeClr val="tx1"/>
              </a:solidFill>
            </a:endParaRP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E106CB9F-A1CD-AACB-FE35-81F1D635963A}"/>
              </a:ext>
            </a:extLst>
          </p:cNvPr>
          <p:cNvSpPr txBox="1">
            <a:spLocks/>
          </p:cNvSpPr>
          <p:nvPr/>
        </p:nvSpPr>
        <p:spPr bwMode="gray">
          <a:xfrm>
            <a:off x="5039831" y="2166441"/>
            <a:ext cx="3384376" cy="23552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de-DE" sz="2800" b="1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02</a:t>
            </a:r>
          </a:p>
          <a:p>
            <a:r>
              <a:rPr lang="de-DE" b="1" dirty="0"/>
              <a:t>Sicherheit ohne Kostenseite</a:t>
            </a:r>
            <a:endParaRPr lang="de-DE" dirty="0"/>
          </a:p>
          <a:p>
            <a:r>
              <a:rPr lang="de-DE" dirty="0"/>
              <a:t>ASR wird berichtet, aber selten gegen Latenz/Energie/Kosten aufgetragen. Gerade die unternehmensrelevante Trade-off-Sicht fehlt.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A13BCEBC-9920-F01E-B4CF-67CE2893E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05903" y="2026688"/>
            <a:ext cx="3644872" cy="2644639"/>
          </a:xfrm>
          <a:prstGeom prst="roundRect">
            <a:avLst>
              <a:gd name="adj" fmla="val 1945"/>
            </a:avLst>
          </a:prstGeom>
          <a:solidFill>
            <a:schemeClr val="tx2">
              <a:alpha val="30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 b="1" noProof="0" dirty="0">
              <a:solidFill>
                <a:schemeClr val="tx1"/>
              </a:solidFill>
            </a:endParaRPr>
          </a:p>
        </p:txBody>
      </p:sp>
      <p:sp>
        <p:nvSpPr>
          <p:cNvPr id="29" name="Textplatzhalter 16">
            <a:extLst>
              <a:ext uri="{FF2B5EF4-FFF2-40B4-BE49-F238E27FC236}">
                <a16:creationId xmlns:a16="http://schemas.microsoft.com/office/drawing/2014/main" id="{01216370-13B3-1B44-C07B-7C68B70574B6}"/>
              </a:ext>
            </a:extLst>
          </p:cNvPr>
          <p:cNvSpPr txBox="1">
            <a:spLocks/>
          </p:cNvSpPr>
          <p:nvPr/>
        </p:nvSpPr>
        <p:spPr bwMode="gray">
          <a:xfrm>
            <a:off x="9049870" y="2166441"/>
            <a:ext cx="3384376" cy="24888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de-DE" sz="2800" b="1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03</a:t>
            </a:r>
          </a:p>
          <a:p>
            <a:r>
              <a:rPr lang="de-DE" b="1" dirty="0"/>
              <a:t>NL-</a:t>
            </a:r>
            <a:r>
              <a:rPr lang="de-DE" b="1" dirty="0" err="1"/>
              <a:t>to</a:t>
            </a:r>
            <a:r>
              <a:rPr lang="de-DE" b="1" dirty="0"/>
              <a:t>-SQL als spezifischer Grenzfall</a:t>
            </a:r>
            <a:endParaRPr lang="de-DE" dirty="0"/>
          </a:p>
          <a:p>
            <a:r>
              <a:rPr lang="de-DE" dirty="0"/>
              <a:t>Der konkrete Pfad LLM → SQL → DB (mit deterministischen DB-Schutzmaßnahmen) ist gegenüber generischen Chatbot-Jailbreaks unterrepräsentiert.</a:t>
            </a:r>
          </a:p>
        </p:txBody>
      </p:sp>
      <p:sp>
        <p:nvSpPr>
          <p:cNvPr id="4" name="Fußzeilenplatzhalter 6">
            <a:extLst>
              <a:ext uri="{FF2B5EF4-FFF2-40B4-BE49-F238E27FC236}">
                <a16:creationId xmlns:a16="http://schemas.microsoft.com/office/drawing/2014/main" id="{49FB3D88-5065-DB80-E181-1B21424EC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104619" y="7042150"/>
            <a:ext cx="4319588" cy="236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00" noProof="0" dirty="0">
                <a:solidFill>
                  <a:srgbClr val="666666"/>
                </a:solidFill>
              </a:rPr>
              <a:t>Bachelorarbeit T3_3300</a:t>
            </a:r>
          </a:p>
        </p:txBody>
      </p:sp>
    </p:spTree>
    <p:extLst>
      <p:ext uri="{BB962C8B-B14F-4D97-AF65-F5344CB8AC3E}">
        <p14:creationId xmlns:p14="http://schemas.microsoft.com/office/powerpoint/2010/main" val="462731424"/>
      </p:ext>
    </p:extLst>
  </p:cSld>
  <p:clrMapOvr>
    <a:masterClrMapping/>
  </p:clrMapOvr>
  <p:transition>
    <p:cover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E7C6B44A-19C6-4E6A-97BC-13409E1DA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02400" y="1568674"/>
            <a:ext cx="5184775" cy="4321174"/>
          </a:xfrm>
          <a:prstGeom prst="roundRect">
            <a:avLst>
              <a:gd name="adj" fmla="val 1945"/>
            </a:avLst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 b="1" noProof="0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242A822-0D21-41FD-8FCC-221C20E3B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0"/>
            <a:ext cx="8640000" cy="1425575"/>
          </a:xfrm>
        </p:spPr>
        <p:txBody>
          <a:bodyPr/>
          <a:lstStyle/>
          <a:p>
            <a:r>
              <a:rPr lang="de-DE" noProof="0" dirty="0"/>
              <a:t>Prozess</a:t>
            </a:r>
            <a:br>
              <a:rPr lang="de-DE" noProof="0" dirty="0"/>
            </a:br>
            <a:r>
              <a:rPr lang="de-DE" noProof="0" dirty="0"/>
              <a:t>Ablauf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C607C604-32DC-47B7-869D-7712F0EE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825" y="1568674"/>
            <a:ext cx="5184775" cy="4321174"/>
          </a:xfrm>
          <a:prstGeom prst="roundRect">
            <a:avLst>
              <a:gd name="adj" fmla="val 1945"/>
            </a:avLst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 b="1" noProof="0" dirty="0">
              <a:solidFill>
                <a:schemeClr val="tx1"/>
              </a:solidFill>
            </a:endParaRP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7A44617-7BDD-4C19-A857-6AD4C4731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6CE11-03DD-4944-9DBC-2B65F570AC68}" type="datetime1">
              <a:rPr lang="de-DE" noProof="0" smtClean="0"/>
              <a:t>10.06.2026</a:t>
            </a:fld>
            <a:endParaRPr lang="de-DE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4184318-54EB-4722-B7EA-8BFA17EF3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DATEV eG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3FAA393-41C3-4D9C-B85D-57756B12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FFA8-16F3-4D16-935C-858579C7B661}" type="slidenum">
              <a:rPr lang="de-DE" noProof="0" smtClean="0"/>
              <a:pPr/>
              <a:t>10</a:t>
            </a:fld>
            <a:endParaRPr lang="de-DE" noProof="0" dirty="0"/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268187DD-5D1F-191B-BED7-0E4D1C107905}"/>
              </a:ext>
            </a:extLst>
          </p:cNvPr>
          <p:cNvSpPr txBox="1">
            <a:spLocks/>
          </p:cNvSpPr>
          <p:nvPr/>
        </p:nvSpPr>
        <p:spPr bwMode="gray">
          <a:xfrm>
            <a:off x="1328837" y="2072754"/>
            <a:ext cx="4321175" cy="648000"/>
          </a:xfrm>
          <a:prstGeom prst="roundRect">
            <a:avLst>
              <a:gd name="adj" fmla="val 11636"/>
            </a:avLst>
          </a:prstGeom>
          <a:solidFill>
            <a:schemeClr val="bg1"/>
          </a:solidFill>
          <a:effectLst>
            <a:outerShdw blurRad="317500" dist="215900" dir="5400000" algn="ctr" rotWithShape="0">
              <a:prstClr val="black">
                <a:alpha val="35000"/>
              </a:prstClr>
            </a:outerShdw>
          </a:effectLst>
        </p:spPr>
        <p:txBody>
          <a:bodyPr vert="horz" lIns="720000" tIns="0" rIns="108000" bIns="36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noProof="0" dirty="0"/>
              <a:t>Einleitung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1DB19F44-75A6-362C-95C2-F08B770C1FD5}"/>
              </a:ext>
            </a:extLst>
          </p:cNvPr>
          <p:cNvSpPr txBox="1">
            <a:spLocks/>
          </p:cNvSpPr>
          <p:nvPr/>
        </p:nvSpPr>
        <p:spPr bwMode="gray">
          <a:xfrm>
            <a:off x="1328837" y="2936354"/>
            <a:ext cx="4321175" cy="648000"/>
          </a:xfrm>
          <a:prstGeom prst="roundRect">
            <a:avLst>
              <a:gd name="adj" fmla="val 11636"/>
            </a:avLst>
          </a:prstGeom>
          <a:solidFill>
            <a:schemeClr val="bg1"/>
          </a:solidFill>
          <a:effectLst>
            <a:outerShdw blurRad="317500" dist="215900" dir="5400000" algn="ctr" rotWithShape="0">
              <a:prstClr val="black">
                <a:alpha val="35000"/>
              </a:prstClr>
            </a:outerShdw>
          </a:effectLst>
        </p:spPr>
        <p:txBody>
          <a:bodyPr vert="horz" lIns="720000" tIns="0" rIns="108000" bIns="36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noProof="0" dirty="0"/>
              <a:t>Grundlagen: LLMs, NL-</a:t>
            </a:r>
            <a:r>
              <a:rPr lang="de-DE" sz="1600" noProof="0" dirty="0" err="1"/>
              <a:t>to</a:t>
            </a:r>
            <a:r>
              <a:rPr lang="de-DE" sz="1600" dirty="0"/>
              <a:t>-SQL, OWASP LLM Top 10</a:t>
            </a:r>
            <a:endParaRPr lang="de-DE" sz="1600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E865021-8EDA-0944-9746-FEA247D25C4A}"/>
              </a:ext>
            </a:extLst>
          </p:cNvPr>
          <p:cNvSpPr txBox="1">
            <a:spLocks/>
          </p:cNvSpPr>
          <p:nvPr/>
        </p:nvSpPr>
        <p:spPr bwMode="gray">
          <a:xfrm>
            <a:off x="1328837" y="3799954"/>
            <a:ext cx="4321175" cy="648000"/>
          </a:xfrm>
          <a:prstGeom prst="roundRect">
            <a:avLst>
              <a:gd name="adj" fmla="val 11636"/>
            </a:avLst>
          </a:prstGeom>
          <a:solidFill>
            <a:schemeClr val="bg1"/>
          </a:solidFill>
          <a:effectLst>
            <a:outerShdw blurRad="317500" dist="215900" dir="5400000" algn="ctr" rotWithShape="0">
              <a:prstClr val="black">
                <a:alpha val="35000"/>
              </a:prstClr>
            </a:outerShdw>
          </a:effectLst>
        </p:spPr>
        <p:txBody>
          <a:bodyPr vert="horz" lIns="720000" tIns="0" rIns="108000" bIns="36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Bedrohungsmodell &amp; Angriffsklassen</a:t>
            </a:r>
            <a:endParaRPr lang="de-DE" dirty="0"/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9F5CB111-15F1-24DF-D3A5-644EE25F4C08}"/>
              </a:ext>
            </a:extLst>
          </p:cNvPr>
          <p:cNvSpPr txBox="1">
            <a:spLocks/>
          </p:cNvSpPr>
          <p:nvPr/>
        </p:nvSpPr>
        <p:spPr bwMode="gray">
          <a:xfrm>
            <a:off x="1328837" y="4663554"/>
            <a:ext cx="4321175" cy="648000"/>
          </a:xfrm>
          <a:prstGeom prst="roundRect">
            <a:avLst>
              <a:gd name="adj" fmla="val 11636"/>
            </a:avLst>
          </a:prstGeom>
          <a:solidFill>
            <a:schemeClr val="bg1"/>
          </a:solidFill>
          <a:effectLst>
            <a:outerShdw blurRad="317500" dist="215900" dir="5400000" algn="ctr" rotWithShape="0">
              <a:prstClr val="black">
                <a:alpha val="35000"/>
              </a:prstClr>
            </a:outerShdw>
          </a:effectLst>
        </p:spPr>
        <p:txBody>
          <a:bodyPr vert="horz" lIns="720000" tIns="0" rIns="108000" bIns="36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Abwehrmethoden &amp; Defense-in-Depth-Pipeline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C223D15E-1C9B-CD0B-588F-5F527D7E7EA9}"/>
              </a:ext>
            </a:extLst>
          </p:cNvPr>
          <p:cNvSpPr txBox="1">
            <a:spLocks/>
          </p:cNvSpPr>
          <p:nvPr/>
        </p:nvSpPr>
        <p:spPr bwMode="gray">
          <a:xfrm>
            <a:off x="6933437" y="2076326"/>
            <a:ext cx="4321175" cy="648000"/>
          </a:xfrm>
          <a:prstGeom prst="roundRect">
            <a:avLst>
              <a:gd name="adj" fmla="val 11636"/>
            </a:avLst>
          </a:prstGeom>
          <a:solidFill>
            <a:schemeClr val="bg1"/>
          </a:solidFill>
          <a:effectLst>
            <a:outerShdw blurRad="317500" dist="215900" dir="5400000" algn="ctr" rotWithShape="0">
              <a:prstClr val="black">
                <a:alpha val="35000"/>
              </a:prstClr>
            </a:outerShdw>
          </a:effectLst>
        </p:spPr>
        <p:txBody>
          <a:bodyPr vert="horz" lIns="720000" tIns="0" rIns="108000" bIns="36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Versuchsaufbau</a:t>
            </a:r>
            <a:endParaRPr lang="de-DE" dirty="0"/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18804515-1647-6F0A-7D23-DD991DDFDC31}"/>
              </a:ext>
            </a:extLst>
          </p:cNvPr>
          <p:cNvSpPr txBox="1">
            <a:spLocks/>
          </p:cNvSpPr>
          <p:nvPr/>
        </p:nvSpPr>
        <p:spPr bwMode="gray">
          <a:xfrm>
            <a:off x="6933437" y="2939926"/>
            <a:ext cx="4321175" cy="648000"/>
          </a:xfrm>
          <a:prstGeom prst="roundRect">
            <a:avLst>
              <a:gd name="adj" fmla="val 11636"/>
            </a:avLst>
          </a:prstGeom>
          <a:solidFill>
            <a:schemeClr val="bg1"/>
          </a:solidFill>
          <a:effectLst>
            <a:outerShdw blurRad="317500" dist="215900" dir="5400000" algn="ctr" rotWithShape="0">
              <a:prstClr val="black">
                <a:alpha val="35000"/>
              </a:prstClr>
            </a:outerShdw>
          </a:effectLst>
        </p:spPr>
        <p:txBody>
          <a:bodyPr vert="horz" lIns="720000" tIns="0" rIns="108000" bIns="36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Durchführung &amp; Auswertung</a:t>
            </a:r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BFAD3D5D-0F93-7F76-90A0-C9DD1C720B22}"/>
              </a:ext>
            </a:extLst>
          </p:cNvPr>
          <p:cNvSpPr txBox="1">
            <a:spLocks/>
          </p:cNvSpPr>
          <p:nvPr/>
        </p:nvSpPr>
        <p:spPr bwMode="gray">
          <a:xfrm>
            <a:off x="6933437" y="3803526"/>
            <a:ext cx="4321175" cy="648000"/>
          </a:xfrm>
          <a:prstGeom prst="roundRect">
            <a:avLst>
              <a:gd name="adj" fmla="val 11636"/>
            </a:avLst>
          </a:prstGeom>
          <a:solidFill>
            <a:schemeClr val="bg1"/>
          </a:solidFill>
          <a:effectLst>
            <a:outerShdw blurRad="317500" dist="215900" dir="5400000" algn="ctr" rotWithShape="0">
              <a:prstClr val="black">
                <a:alpha val="35000"/>
              </a:prstClr>
            </a:outerShdw>
          </a:effectLst>
        </p:spPr>
        <p:txBody>
          <a:bodyPr vert="horz" lIns="720000" tIns="0" rIns="108000" bIns="36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Evaluation &amp; Trade-off-Diskussion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ACCCD976-97E4-DA4A-CED7-045CC6D80E1C}"/>
              </a:ext>
            </a:extLst>
          </p:cNvPr>
          <p:cNvSpPr txBox="1">
            <a:spLocks/>
          </p:cNvSpPr>
          <p:nvPr/>
        </p:nvSpPr>
        <p:spPr bwMode="gray">
          <a:xfrm>
            <a:off x="4161687" y="5746526"/>
            <a:ext cx="4321175" cy="648000"/>
          </a:xfrm>
          <a:prstGeom prst="roundRect">
            <a:avLst>
              <a:gd name="adj" fmla="val 11636"/>
            </a:avLst>
          </a:prstGeom>
          <a:solidFill>
            <a:srgbClr val="90D033"/>
          </a:solidFill>
          <a:effectLst>
            <a:outerShdw blurRad="317500" dist="215900" dir="5400000" algn="ctr" rotWithShape="0">
              <a:prstClr val="black">
                <a:alpha val="35000"/>
              </a:prstClr>
            </a:outerShdw>
          </a:effectLst>
        </p:spPr>
        <p:txBody>
          <a:bodyPr vert="horz" lIns="720000" tIns="0" rIns="108000" bIns="36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noProof="0" dirty="0"/>
              <a:t>Gesamtumfang 60-80 Seiten</a:t>
            </a: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FD8EA440-327E-C0FA-A91A-36F5F4A9CF46}"/>
              </a:ext>
            </a:extLst>
          </p:cNvPr>
          <p:cNvSpPr/>
          <p:nvPr/>
        </p:nvSpPr>
        <p:spPr>
          <a:xfrm>
            <a:off x="1461840" y="217133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9924E58-88D4-E6F6-7561-2D3D0CEC235B}"/>
              </a:ext>
            </a:extLst>
          </p:cNvPr>
          <p:cNvSpPr/>
          <p:nvPr/>
        </p:nvSpPr>
        <p:spPr>
          <a:xfrm>
            <a:off x="1461840" y="21713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de-DE" sz="1800" noProof="0" dirty="0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3F6A4CB3-4686-C1ED-861C-A90600080513}"/>
              </a:ext>
            </a:extLst>
          </p:cNvPr>
          <p:cNvSpPr/>
          <p:nvPr/>
        </p:nvSpPr>
        <p:spPr>
          <a:xfrm>
            <a:off x="1461840" y="303493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AE2B4873-29A8-0858-0BE4-3BCE74AFFD79}"/>
              </a:ext>
            </a:extLst>
          </p:cNvPr>
          <p:cNvSpPr/>
          <p:nvPr/>
        </p:nvSpPr>
        <p:spPr>
          <a:xfrm>
            <a:off x="1461840" y="3034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de-DE" sz="1800" noProof="0" dirty="0"/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DB95FDBB-193D-B1C8-C6E9-F149C78E093D}"/>
              </a:ext>
            </a:extLst>
          </p:cNvPr>
          <p:cNvSpPr/>
          <p:nvPr/>
        </p:nvSpPr>
        <p:spPr>
          <a:xfrm>
            <a:off x="1461840" y="388684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4A05837F-D4C4-C597-484F-EE259A119A77}"/>
              </a:ext>
            </a:extLst>
          </p:cNvPr>
          <p:cNvSpPr/>
          <p:nvPr/>
        </p:nvSpPr>
        <p:spPr>
          <a:xfrm>
            <a:off x="1461840" y="38868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de-DE" sz="1800" noProof="0" dirty="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40B4004B-D595-B622-41D9-602EE225FFB8}"/>
              </a:ext>
            </a:extLst>
          </p:cNvPr>
          <p:cNvSpPr/>
          <p:nvPr/>
        </p:nvSpPr>
        <p:spPr>
          <a:xfrm>
            <a:off x="1461840" y="475044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448EA65B-BF7B-C0DB-0716-67A6AF9A2E34}"/>
              </a:ext>
            </a:extLst>
          </p:cNvPr>
          <p:cNvSpPr/>
          <p:nvPr/>
        </p:nvSpPr>
        <p:spPr>
          <a:xfrm>
            <a:off x="1461840" y="47504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de-DE" sz="1800" noProof="0" dirty="0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DC934658-FF1A-788A-8A99-D7A1EC58C513}"/>
              </a:ext>
            </a:extLst>
          </p:cNvPr>
          <p:cNvSpPr/>
          <p:nvPr/>
        </p:nvSpPr>
        <p:spPr>
          <a:xfrm>
            <a:off x="7058298" y="2154862"/>
            <a:ext cx="457200" cy="47729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32B96766-5C09-CAB7-25CD-10170F432E0E}"/>
              </a:ext>
            </a:extLst>
          </p:cNvPr>
          <p:cNvSpPr/>
          <p:nvPr/>
        </p:nvSpPr>
        <p:spPr>
          <a:xfrm>
            <a:off x="7058298" y="2154862"/>
            <a:ext cx="457200" cy="477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de-DE" sz="1800" noProof="0" dirty="0"/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62B66B00-0060-2B8F-9412-598D9C1697AC}"/>
              </a:ext>
            </a:extLst>
          </p:cNvPr>
          <p:cNvSpPr/>
          <p:nvPr/>
        </p:nvSpPr>
        <p:spPr>
          <a:xfrm>
            <a:off x="7058298" y="303493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A7576DD4-86AD-2B39-E8A3-0D4AFDD3477D}"/>
              </a:ext>
            </a:extLst>
          </p:cNvPr>
          <p:cNvSpPr/>
          <p:nvPr/>
        </p:nvSpPr>
        <p:spPr>
          <a:xfrm>
            <a:off x="7058298" y="3034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de-DE" sz="1800" noProof="0" dirty="0"/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19C8ED19-BD3B-0D1A-C785-051853672ADC}"/>
              </a:ext>
            </a:extLst>
          </p:cNvPr>
          <p:cNvSpPr/>
          <p:nvPr/>
        </p:nvSpPr>
        <p:spPr>
          <a:xfrm>
            <a:off x="7058298" y="388684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 noProof="0" dirty="0"/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86518DF5-5FB1-22BE-6828-B0C1D93F04DC}"/>
              </a:ext>
            </a:extLst>
          </p:cNvPr>
          <p:cNvSpPr/>
          <p:nvPr/>
        </p:nvSpPr>
        <p:spPr>
          <a:xfrm>
            <a:off x="7058298" y="38868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de-DE" sz="1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de-DE" sz="1800" noProof="0" dirty="0"/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5415160-C691-4A2E-EE5B-CFF4976316DA}"/>
              </a:ext>
            </a:extLst>
          </p:cNvPr>
          <p:cNvSpPr txBox="1">
            <a:spLocks/>
          </p:cNvSpPr>
          <p:nvPr/>
        </p:nvSpPr>
        <p:spPr bwMode="gray">
          <a:xfrm>
            <a:off x="6933437" y="4663554"/>
            <a:ext cx="4321175" cy="648000"/>
          </a:xfrm>
          <a:prstGeom prst="roundRect">
            <a:avLst>
              <a:gd name="adj" fmla="val 11636"/>
            </a:avLst>
          </a:prstGeom>
          <a:solidFill>
            <a:schemeClr val="bg1"/>
          </a:solidFill>
          <a:effectLst>
            <a:outerShdw blurRad="317500" dist="215900" dir="5400000" algn="ctr" rotWithShape="0">
              <a:prstClr val="black">
                <a:alpha val="35000"/>
              </a:prstClr>
            </a:outerShdw>
          </a:effectLst>
        </p:spPr>
        <p:txBody>
          <a:bodyPr vert="horz" lIns="720000" tIns="0" rIns="108000" bIns="36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noProof="0" dirty="0"/>
              <a:t>Fazit und Ausblick</a:t>
            </a: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3530EA37-3078-E455-974E-FE6B3A2E0355}"/>
              </a:ext>
            </a:extLst>
          </p:cNvPr>
          <p:cNvSpPr/>
          <p:nvPr/>
        </p:nvSpPr>
        <p:spPr>
          <a:xfrm>
            <a:off x="7058298" y="474687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r>
              <a:rPr lang="de-DE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91859399"/>
      </p:ext>
    </p:extLst>
  </p:cSld>
  <p:clrMapOvr>
    <a:masterClrMapping/>
  </p:clrMapOvr>
  <p:transition>
    <p:cover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39944E66-FC1C-487D-83FC-BB4F8A5D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0"/>
            <a:ext cx="8640000" cy="1425575"/>
          </a:xfrm>
        </p:spPr>
        <p:txBody>
          <a:bodyPr/>
          <a:lstStyle/>
          <a:p>
            <a:r>
              <a:rPr lang="de-DE" dirty="0"/>
              <a:t>Geplantes Vorgehen</a:t>
            </a:r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185A2CD9-0F76-4CD4-A956-A1E18503F7BF}"/>
              </a:ext>
            </a:extLst>
          </p:cNvPr>
          <p:cNvSpPr txBox="1">
            <a:spLocks/>
          </p:cNvSpPr>
          <p:nvPr/>
        </p:nvSpPr>
        <p:spPr bwMode="gray">
          <a:xfrm>
            <a:off x="885827" y="1860551"/>
            <a:ext cx="2592000" cy="4318000"/>
          </a:xfrm>
          <a:prstGeom prst="roundRect">
            <a:avLst>
              <a:gd name="adj" fmla="val 3940"/>
            </a:avLst>
          </a:prstGeom>
          <a:solidFill>
            <a:schemeClr val="bg1"/>
          </a:solidFill>
          <a:effectLst>
            <a:outerShdw blurRad="317500" dist="266700" dir="5400000" algn="ctr" rotWithShape="0">
              <a:srgbClr val="000000">
                <a:alpha val="40000"/>
              </a:srgbClr>
            </a:outerShdw>
          </a:effectLst>
        </p:spPr>
        <p:txBody>
          <a:bodyPr vert="horz" lIns="396000" tIns="396000" rIns="396000" bIns="39600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01</a:t>
            </a:r>
          </a:p>
          <a:p>
            <a:pPr lvl="7"/>
            <a:endParaRPr lang="de-DE" dirty="0"/>
          </a:p>
          <a:p>
            <a:pPr lvl="7"/>
            <a:endParaRPr lang="de-DE" dirty="0"/>
          </a:p>
          <a:p>
            <a:pPr lvl="7" algn="ctr"/>
            <a:r>
              <a:rPr lang="de-DE" dirty="0"/>
              <a:t>Grundlagen &amp; Setup</a:t>
            </a:r>
          </a:p>
          <a:p>
            <a:pPr algn="ctr"/>
            <a:r>
              <a:rPr lang="de-DE" dirty="0"/>
              <a:t>OWASP-Mapping, Bedrohungsmodell, Infrastruktur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C5BBF6CA-C6F9-4CB7-AB8C-73DB8566EF57}"/>
              </a:ext>
            </a:extLst>
          </p:cNvPr>
          <p:cNvSpPr txBox="1">
            <a:spLocks/>
          </p:cNvSpPr>
          <p:nvPr/>
        </p:nvSpPr>
        <p:spPr bwMode="gray">
          <a:xfrm>
            <a:off x="3694812" y="1860551"/>
            <a:ext cx="2592000" cy="4318000"/>
          </a:xfrm>
          <a:prstGeom prst="roundRect">
            <a:avLst>
              <a:gd name="adj" fmla="val 3940"/>
            </a:avLst>
          </a:prstGeom>
          <a:solidFill>
            <a:schemeClr val="bg1"/>
          </a:solidFill>
          <a:effectLst>
            <a:outerShdw blurRad="317500" dist="266700" dir="5400000" algn="ctr" rotWithShape="0">
              <a:srgbClr val="000000">
                <a:alpha val="40000"/>
              </a:srgbClr>
            </a:outerShdw>
          </a:effectLst>
        </p:spPr>
        <p:txBody>
          <a:bodyPr vert="horz" lIns="396000" tIns="396000" rIns="396000" bIns="39600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02</a:t>
            </a:r>
          </a:p>
          <a:p>
            <a:pPr lvl="7"/>
            <a:endParaRPr lang="de-DE" dirty="0"/>
          </a:p>
          <a:p>
            <a:pPr lvl="7"/>
            <a:endParaRPr lang="de-DE" dirty="0"/>
          </a:p>
          <a:p>
            <a:pPr lvl="7" algn="ctr"/>
            <a:r>
              <a:rPr lang="de-DE" dirty="0"/>
              <a:t>Pipeline &amp; Messaufbau</a:t>
            </a:r>
          </a:p>
          <a:p>
            <a:pPr algn="ctr"/>
            <a:r>
              <a:rPr lang="de-DE" dirty="0"/>
              <a:t>API-Gateway,    DB-Härtung,   LLM-Provider + entkoppeltes Orakel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C63D6462-7164-419B-A6EA-A15650B6A01C}"/>
              </a:ext>
            </a:extLst>
          </p:cNvPr>
          <p:cNvSpPr txBox="1">
            <a:spLocks/>
          </p:cNvSpPr>
          <p:nvPr/>
        </p:nvSpPr>
        <p:spPr bwMode="gray">
          <a:xfrm>
            <a:off x="6503797" y="1857400"/>
            <a:ext cx="2590228" cy="4318000"/>
          </a:xfrm>
          <a:prstGeom prst="roundRect">
            <a:avLst>
              <a:gd name="adj" fmla="val 3940"/>
            </a:avLst>
          </a:prstGeom>
          <a:solidFill>
            <a:schemeClr val="bg1"/>
          </a:solidFill>
          <a:effectLst>
            <a:outerShdw blurRad="317500" dist="266700" dir="5400000" algn="ctr" rotWithShape="0">
              <a:srgbClr val="000000">
                <a:alpha val="40000"/>
              </a:srgbClr>
            </a:outerShdw>
          </a:effectLst>
        </p:spPr>
        <p:txBody>
          <a:bodyPr vert="horz" lIns="396000" tIns="396000" rIns="360000" bIns="39600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03</a:t>
            </a:r>
          </a:p>
          <a:p>
            <a:pPr lvl="7"/>
            <a:endParaRPr lang="de-DE" dirty="0"/>
          </a:p>
          <a:p>
            <a:pPr lvl="7"/>
            <a:endParaRPr lang="de-DE" dirty="0"/>
          </a:p>
          <a:p>
            <a:pPr lvl="7" algn="ctr"/>
            <a:r>
              <a:rPr lang="de-DE" dirty="0" err="1"/>
              <a:t>Red</a:t>
            </a:r>
            <a:r>
              <a:rPr lang="de-DE" dirty="0"/>
              <a:t>-Teaming</a:t>
            </a:r>
          </a:p>
          <a:p>
            <a:pPr algn="ctr"/>
            <a:r>
              <a:rPr lang="de-DE" dirty="0" err="1"/>
              <a:t>Promptfoo</a:t>
            </a:r>
            <a:r>
              <a:rPr lang="de-DE" dirty="0"/>
              <a:t> gegen Defence-Layers, </a:t>
            </a:r>
            <a:r>
              <a:rPr lang="de-DE" dirty="0" err="1"/>
              <a:t>garak</a:t>
            </a:r>
            <a:r>
              <a:rPr lang="de-DE" dirty="0"/>
              <a:t>-Nullmessung,         n Wiederholungen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F7D2B39-1A43-4FBB-BC76-231E35EC904D}"/>
              </a:ext>
            </a:extLst>
          </p:cNvPr>
          <p:cNvSpPr txBox="1">
            <a:spLocks/>
          </p:cNvSpPr>
          <p:nvPr/>
        </p:nvSpPr>
        <p:spPr bwMode="gray">
          <a:xfrm>
            <a:off x="9312781" y="1860551"/>
            <a:ext cx="2590228" cy="4318000"/>
          </a:xfrm>
          <a:prstGeom prst="roundRect">
            <a:avLst>
              <a:gd name="adj" fmla="val 3940"/>
            </a:avLst>
          </a:prstGeom>
          <a:solidFill>
            <a:schemeClr val="bg1"/>
          </a:solidFill>
          <a:effectLst>
            <a:outerShdw blurRad="317500" dist="266700" dir="5400000" algn="ctr" rotWithShape="0">
              <a:srgbClr val="000000">
                <a:alpha val="40000"/>
              </a:srgbClr>
            </a:outerShdw>
          </a:effectLst>
        </p:spPr>
        <p:txBody>
          <a:bodyPr vert="horz" lIns="396000" tIns="396000" rIns="396000" bIns="39600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7"/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</a:t>
            </a:r>
          </a:p>
          <a:p>
            <a:pPr lvl="7"/>
            <a:endParaRPr lang="de-DE" dirty="0"/>
          </a:p>
          <a:p>
            <a:pPr lvl="7"/>
            <a:endParaRPr lang="de-DE" dirty="0"/>
          </a:p>
          <a:p>
            <a:pPr lvl="7" algn="ctr"/>
            <a:r>
              <a:rPr lang="de-DE" dirty="0"/>
              <a:t>Evaluation</a:t>
            </a:r>
          </a:p>
          <a:p>
            <a:pPr algn="ctr"/>
            <a:r>
              <a:rPr lang="de-DE" dirty="0"/>
              <a:t>ASR + </a:t>
            </a:r>
            <a:r>
              <a:rPr lang="de-DE" dirty="0" err="1"/>
              <a:t>False</a:t>
            </a:r>
            <a:r>
              <a:rPr lang="de-DE" dirty="0"/>
              <a:t>-Positive-Rate vs. Latenz/Energie, Trade-off-Diagramm, Handlungsempfehlung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AEF476-50B9-47D7-976E-7EBFFCAEA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3D0A1-7489-4466-AB38-20713A79100A}" type="datetime1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DD24B1-BF1F-4CBB-ADA3-463451B7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DATEV eG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4E6031-F3AE-4220-B991-6F63B328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FFA8-16F3-4D16-935C-858579C7B661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CE7107D-710F-8B85-E038-37ACC3E67FBF}"/>
              </a:ext>
            </a:extLst>
          </p:cNvPr>
          <p:cNvSpPr txBox="1"/>
          <p:nvPr/>
        </p:nvSpPr>
        <p:spPr bwMode="gray">
          <a:xfrm>
            <a:off x="885827" y="968401"/>
            <a:ext cx="10729391" cy="457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de-DE" sz="1600" i="1" dirty="0">
                <a:solidFill>
                  <a:schemeClr val="bg1"/>
                </a:solidFill>
              </a:rPr>
              <a:t>Methodisch als kontrollierte Experimentreihe mit deterministischem Orakel:</a:t>
            </a:r>
          </a:p>
          <a:p>
            <a:pPr marL="0" indent="0" algn="l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de-DE" sz="1600" i="1" dirty="0">
                <a:solidFill>
                  <a:schemeClr val="bg1"/>
                </a:solidFill>
              </a:rPr>
              <a:t>quantitative Sicherheits- und </a:t>
            </a:r>
            <a:r>
              <a:rPr lang="de-DE" sz="1600" i="1" dirty="0" err="1">
                <a:solidFill>
                  <a:schemeClr val="bg1"/>
                </a:solidFill>
              </a:rPr>
              <a:t>Kostenmetriken</a:t>
            </a:r>
            <a:r>
              <a:rPr lang="de-DE" sz="1600" i="1" dirty="0">
                <a:solidFill>
                  <a:schemeClr val="bg1"/>
                </a:solidFill>
              </a:rPr>
              <a:t>, reproduzierbar.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D48C62AC-E86C-FEAD-F3C1-00EA0C90435B}"/>
              </a:ext>
            </a:extLst>
          </p:cNvPr>
          <p:cNvSpPr/>
          <p:nvPr/>
        </p:nvSpPr>
        <p:spPr>
          <a:xfrm>
            <a:off x="1796051" y="2634215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81A97654-B1F2-D994-A1EC-5C5AED438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246" y="2824410"/>
            <a:ext cx="351130" cy="351130"/>
          </a:xfrm>
          <a:prstGeom prst="rect">
            <a:avLst/>
          </a:prstGeom>
        </p:spPr>
      </p:pic>
      <p:sp>
        <p:nvSpPr>
          <p:cNvPr id="8" name="Shape 11">
            <a:extLst>
              <a:ext uri="{FF2B5EF4-FFF2-40B4-BE49-F238E27FC236}">
                <a16:creationId xmlns:a16="http://schemas.microsoft.com/office/drawing/2014/main" id="{0696653E-426C-4822-AA60-01A8CAB0FC94}"/>
              </a:ext>
            </a:extLst>
          </p:cNvPr>
          <p:cNvSpPr/>
          <p:nvPr/>
        </p:nvSpPr>
        <p:spPr>
          <a:xfrm>
            <a:off x="4604363" y="2634215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20819014-AFC4-2CF6-A3E3-0C679C1DA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558" y="2824410"/>
            <a:ext cx="351130" cy="351130"/>
          </a:xfrm>
          <a:prstGeom prst="rect">
            <a:avLst/>
          </a:prstGeom>
        </p:spPr>
      </p:pic>
      <p:sp>
        <p:nvSpPr>
          <p:cNvPr id="10" name="Shape 16">
            <a:extLst>
              <a:ext uri="{FF2B5EF4-FFF2-40B4-BE49-F238E27FC236}">
                <a16:creationId xmlns:a16="http://schemas.microsoft.com/office/drawing/2014/main" id="{1616D5CA-02A9-4D51-B932-9890027F7643}"/>
              </a:ext>
            </a:extLst>
          </p:cNvPr>
          <p:cNvSpPr/>
          <p:nvPr/>
        </p:nvSpPr>
        <p:spPr>
          <a:xfrm>
            <a:off x="7412675" y="2634215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1" name="Image 5" descr="preencoded.png">
            <a:extLst>
              <a:ext uri="{FF2B5EF4-FFF2-40B4-BE49-F238E27FC236}">
                <a16:creationId xmlns:a16="http://schemas.microsoft.com/office/drawing/2014/main" id="{9666CF04-696A-A237-B185-9079D595B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871" y="2824410"/>
            <a:ext cx="351130" cy="351130"/>
          </a:xfrm>
          <a:prstGeom prst="rect">
            <a:avLst/>
          </a:prstGeom>
        </p:spPr>
      </p:pic>
      <p:sp>
        <p:nvSpPr>
          <p:cNvPr id="12" name="Shape 21">
            <a:extLst>
              <a:ext uri="{FF2B5EF4-FFF2-40B4-BE49-F238E27FC236}">
                <a16:creationId xmlns:a16="http://schemas.microsoft.com/office/drawing/2014/main" id="{C9298944-892E-3A4C-9718-E4AE7295F770}"/>
              </a:ext>
            </a:extLst>
          </p:cNvPr>
          <p:cNvSpPr/>
          <p:nvPr/>
        </p:nvSpPr>
        <p:spPr>
          <a:xfrm>
            <a:off x="10235376" y="2638048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7" descr="preencoded.png">
            <a:extLst>
              <a:ext uri="{FF2B5EF4-FFF2-40B4-BE49-F238E27FC236}">
                <a16:creationId xmlns:a16="http://schemas.microsoft.com/office/drawing/2014/main" id="{59E4666A-54EF-2FCF-DC10-8DAFC4BAE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5571" y="2828243"/>
            <a:ext cx="351130" cy="35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00708"/>
      </p:ext>
    </p:extLst>
  </p:cSld>
  <p:clrMapOvr>
    <a:masterClrMapping/>
  </p:clrMapOvr>
  <p:transition>
    <p:cover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55C1B-E31D-2DB2-A342-CA05E3F5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CB950-E7E4-9677-B061-245B2891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0"/>
            <a:ext cx="8640000" cy="1425575"/>
          </a:xfrm>
        </p:spPr>
        <p:txBody>
          <a:bodyPr/>
          <a:lstStyle/>
          <a:p>
            <a:r>
              <a:rPr lang="de-DE" noProof="0" dirty="0"/>
              <a:t>Zeitplan</a:t>
            </a:r>
          </a:p>
        </p:txBody>
      </p:sp>
      <p:sp>
        <p:nvSpPr>
          <p:cNvPr id="22" name="SmartArt-Platzhalter 21">
            <a:extLst>
              <a:ext uri="{FF2B5EF4-FFF2-40B4-BE49-F238E27FC236}">
                <a16:creationId xmlns:a16="http://schemas.microsoft.com/office/drawing/2014/main" id="{DBE09F43-9FD2-B303-2BC4-1E3FDB8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4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6B50A85-952F-8ED2-8856-FDAF3B8D5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>
          <a:xfrm>
            <a:off x="10390191" y="7042150"/>
            <a:ext cx="1296984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137FAB-78A3-4F8F-86EB-AB8045FEC368}" type="datetime1">
              <a:rPr lang="de-DE" noProof="0" smtClean="0"/>
              <a:pPr/>
              <a:t>10.06.2026</a:t>
            </a:fld>
            <a:endParaRPr lang="de-DE" noProof="0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3848267-F89F-B25B-F1AE-ED0FA3E28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>
          <a:xfrm>
            <a:off x="454026" y="7042150"/>
            <a:ext cx="4319588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noProof="0" dirty="0"/>
              <a:t>Oliver Ilczuk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0F35BFC-DE2C-28B3-62A3-D46470246C9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>
          <a:xfrm>
            <a:off x="11687175" y="7042150"/>
            <a:ext cx="863600" cy="23621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12FFA8-16F3-4D16-935C-858579C7B661}" type="slidenum">
              <a:rPr lang="de-DE" noProof="0" smtClean="0"/>
              <a:pPr/>
              <a:t>12</a:t>
            </a:fld>
            <a:endParaRPr lang="de-DE" noProof="0" dirty="0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7C69825A-EBFE-D45A-6F8E-35CF1E6FB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5825" y="2015001"/>
            <a:ext cx="3644872" cy="2644639"/>
          </a:xfrm>
          <a:prstGeom prst="roundRect">
            <a:avLst>
              <a:gd name="adj" fmla="val 1945"/>
            </a:avLst>
          </a:prstGeom>
          <a:solidFill>
            <a:schemeClr val="tx2">
              <a:alpha val="30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216000" rIns="21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 b="1" noProof="0" dirty="0">
              <a:solidFill>
                <a:schemeClr val="tx1"/>
              </a:solidFill>
            </a:endParaRPr>
          </a:p>
        </p:txBody>
      </p:sp>
      <p:sp>
        <p:nvSpPr>
          <p:cNvPr id="3" name="Textplatzhalter 16">
            <a:extLst>
              <a:ext uri="{FF2B5EF4-FFF2-40B4-BE49-F238E27FC236}">
                <a16:creationId xmlns:a16="http://schemas.microsoft.com/office/drawing/2014/main" id="{F4D7D698-1971-75DA-008D-8C6D74CD51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1800" y="2226762"/>
            <a:ext cx="3312368" cy="2366942"/>
          </a:xfrm>
        </p:spPr>
        <p:txBody>
          <a:bodyPr/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de-DE" dirty="0"/>
              <a:t>Literatur &amp; Grundlagen, Einleitung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de-DE" noProof="0" dirty="0"/>
              <a:t>Modell-/Werkzeug - &amp; Versionsverifikation</a:t>
            </a:r>
            <a:endParaRPr lang="de-DE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de-DE" dirty="0"/>
              <a:t>Bedrohungsmodell + OWASP-Mapping</a:t>
            </a:r>
          </a:p>
          <a:p>
            <a:pPr>
              <a:spcAft>
                <a:spcPts val="1000"/>
              </a:spcAft>
            </a:pPr>
            <a:endParaRPr lang="de-DE" noProof="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A7BF69E-A3AE-DFA7-AED1-E1326942D5EC}"/>
              </a:ext>
            </a:extLst>
          </p:cNvPr>
          <p:cNvSpPr/>
          <p:nvPr/>
        </p:nvSpPr>
        <p:spPr bwMode="gray">
          <a:xfrm>
            <a:off x="6214368" y="7185992"/>
            <a:ext cx="648072" cy="129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 anchorCtr="0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endParaRPr lang="de-DE" sz="1600" noProof="0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14D3D31-FD99-E317-1AAD-2A601ADAC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3960292" y="7050580"/>
            <a:ext cx="4319588" cy="236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800" noProof="0" dirty="0">
                <a:solidFill>
                  <a:srgbClr val="666666"/>
                </a:solidFill>
              </a:rPr>
              <a:t>Bachelorarbeit T3_3300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72A6150E-33A8-FD41-A7D8-BE5B928CA90E}"/>
              </a:ext>
            </a:extLst>
          </p:cNvPr>
          <p:cNvSpPr txBox="1">
            <a:spLocks/>
          </p:cNvSpPr>
          <p:nvPr/>
        </p:nvSpPr>
        <p:spPr bwMode="gray">
          <a:xfrm>
            <a:off x="885826" y="5169768"/>
            <a:ext cx="11664950" cy="1354605"/>
          </a:xfrm>
          <a:prstGeom prst="roundRect">
            <a:avLst>
              <a:gd name="adj" fmla="val 10317"/>
            </a:avLst>
          </a:prstGeom>
          <a:solidFill>
            <a:schemeClr val="tx2"/>
          </a:solidFill>
        </p:spPr>
        <p:txBody>
          <a:bodyPr vert="horz" lIns="144000" tIns="144000" rIns="288000" bIns="18000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de-DE" sz="1800" noProof="0" dirty="0"/>
              <a:t>	Meilenstein: Geplante Abgabe am 22.08.2026 </a:t>
            </a: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46DDC056-0408-EA3F-E6FD-A8E1598BD76E}"/>
              </a:ext>
            </a:extLst>
          </p:cNvPr>
          <p:cNvSpPr/>
          <p:nvPr/>
        </p:nvSpPr>
        <p:spPr>
          <a:xfrm>
            <a:off x="1227520" y="5547645"/>
            <a:ext cx="594360" cy="59436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de-DE" noProof="0" dirty="0"/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E846689B-F9EB-833C-FB44-FCDDB445E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054" y="5691661"/>
            <a:ext cx="285293" cy="285293"/>
          </a:xfrm>
          <a:prstGeom prst="rect">
            <a:avLst/>
          </a:prstGeom>
        </p:spPr>
      </p:pic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A96C0A54-117B-6F63-9B61-95B1B7FE3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5864" y="2026688"/>
            <a:ext cx="3644872" cy="2644639"/>
          </a:xfrm>
          <a:prstGeom prst="roundRect">
            <a:avLst>
              <a:gd name="adj" fmla="val 1945"/>
            </a:avLst>
          </a:prstGeom>
          <a:solidFill>
            <a:schemeClr val="tx2">
              <a:alpha val="30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 b="1" noProof="0" dirty="0">
              <a:solidFill>
                <a:schemeClr val="tx1"/>
              </a:solidFill>
            </a:endParaRP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5ED7BE84-2949-5D73-5524-1C80AE0ED87D}"/>
              </a:ext>
            </a:extLst>
          </p:cNvPr>
          <p:cNvSpPr txBox="1">
            <a:spLocks/>
          </p:cNvSpPr>
          <p:nvPr/>
        </p:nvSpPr>
        <p:spPr bwMode="gray">
          <a:xfrm>
            <a:off x="5134559" y="2238449"/>
            <a:ext cx="3240049" cy="23552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de-DE" dirty="0"/>
              <a:t>Pipeline-Implementierung</a:t>
            </a:r>
            <a:endParaRPr lang="de-DE" noProof="0" dirty="0"/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de-DE" dirty="0"/>
              <a:t>Orakel + DB-Schema + Canary-Daten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de-DE" dirty="0"/>
              <a:t>Start </a:t>
            </a:r>
            <a:r>
              <a:rPr lang="de-DE" dirty="0" err="1"/>
              <a:t>Red</a:t>
            </a:r>
            <a:r>
              <a:rPr lang="de-DE" dirty="0"/>
              <a:t>-Teaming-Läufe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DCD37A04-3E89-9F89-880C-54EDF6FD6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05903" y="2026688"/>
            <a:ext cx="3644872" cy="2644639"/>
          </a:xfrm>
          <a:prstGeom prst="roundRect">
            <a:avLst>
              <a:gd name="adj" fmla="val 1945"/>
            </a:avLst>
          </a:prstGeom>
          <a:solidFill>
            <a:schemeClr val="tx2">
              <a:alpha val="30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200" b="1" noProof="0" dirty="0">
              <a:solidFill>
                <a:schemeClr val="tx1"/>
              </a:solidFill>
            </a:endParaRPr>
          </a:p>
        </p:txBody>
      </p:sp>
      <p:sp>
        <p:nvSpPr>
          <p:cNvPr id="29" name="Textplatzhalter 16">
            <a:extLst>
              <a:ext uri="{FF2B5EF4-FFF2-40B4-BE49-F238E27FC236}">
                <a16:creationId xmlns:a16="http://schemas.microsoft.com/office/drawing/2014/main" id="{53791966-A435-0780-5071-3FAA21810602}"/>
              </a:ext>
            </a:extLst>
          </p:cNvPr>
          <p:cNvSpPr txBox="1">
            <a:spLocks/>
          </p:cNvSpPr>
          <p:nvPr/>
        </p:nvSpPr>
        <p:spPr bwMode="gray">
          <a:xfrm>
            <a:off x="9094688" y="2248913"/>
            <a:ext cx="3384376" cy="24888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18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7539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800" kern="12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Messläufe abschließen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Auswertung, Trade-off-Analyse, Fazit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de-DE" noProof="0" dirty="0"/>
              <a:t>Korrektur &amp; Abgabe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555B9B0-6FC6-F58F-BAE6-BC945D3093CD}"/>
              </a:ext>
            </a:extLst>
          </p:cNvPr>
          <p:cNvSpPr txBox="1">
            <a:spLocks/>
          </p:cNvSpPr>
          <p:nvPr/>
        </p:nvSpPr>
        <p:spPr bwMode="gray">
          <a:xfrm>
            <a:off x="885825" y="1312727"/>
            <a:ext cx="3644872" cy="648000"/>
          </a:xfrm>
          <a:prstGeom prst="roundRect">
            <a:avLst>
              <a:gd name="adj" fmla="val 11636"/>
            </a:avLst>
          </a:prstGeom>
          <a:solidFill>
            <a:srgbClr val="90D033"/>
          </a:solidFill>
          <a:effectLst/>
        </p:spPr>
        <p:txBody>
          <a:bodyPr vert="horz" lIns="0" tIns="0" rIns="0" bIns="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JUNI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9874D9BF-F320-07B4-944C-8C7435D2FFE2}"/>
              </a:ext>
            </a:extLst>
          </p:cNvPr>
          <p:cNvSpPr txBox="1">
            <a:spLocks/>
          </p:cNvSpPr>
          <p:nvPr/>
        </p:nvSpPr>
        <p:spPr bwMode="gray">
          <a:xfrm>
            <a:off x="4895864" y="1263377"/>
            <a:ext cx="3644872" cy="648000"/>
          </a:xfrm>
          <a:prstGeom prst="roundRect">
            <a:avLst>
              <a:gd name="adj" fmla="val 11636"/>
            </a:avLst>
          </a:prstGeom>
          <a:solidFill>
            <a:srgbClr val="90D033"/>
          </a:solidFill>
          <a:effectLst/>
        </p:spPr>
        <p:txBody>
          <a:bodyPr vert="horz" lIns="0" tIns="0" rIns="0" bIns="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JULI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2C6C6A7D-23F8-932D-7A1E-8B12A1B2216B}"/>
              </a:ext>
            </a:extLst>
          </p:cNvPr>
          <p:cNvSpPr txBox="1">
            <a:spLocks/>
          </p:cNvSpPr>
          <p:nvPr/>
        </p:nvSpPr>
        <p:spPr bwMode="gray">
          <a:xfrm>
            <a:off x="8891839" y="1263377"/>
            <a:ext cx="3644872" cy="648000"/>
          </a:xfrm>
          <a:prstGeom prst="roundRect">
            <a:avLst>
              <a:gd name="adj" fmla="val 11636"/>
            </a:avLst>
          </a:prstGeom>
          <a:solidFill>
            <a:srgbClr val="90D033"/>
          </a:solidFill>
          <a:effectLst/>
        </p:spPr>
        <p:txBody>
          <a:bodyPr vert="horz" lIns="0" tIns="0" rIns="0" bIns="0" rtlCol="0" anchor="ctr">
            <a:noAutofit/>
          </a:bodyPr>
          <a:lstStyle>
            <a:lvl1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39A9A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Symbol" panose="05050102010706020507" pitchFamily="18" charset="2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7539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AUGUST</a:t>
            </a:r>
          </a:p>
        </p:txBody>
      </p:sp>
    </p:spTree>
    <p:extLst>
      <p:ext uri="{BB962C8B-B14F-4D97-AF65-F5344CB8AC3E}">
        <p14:creationId xmlns:p14="http://schemas.microsoft.com/office/powerpoint/2010/main" val="1277403835"/>
      </p:ext>
    </p:extLst>
  </p:cSld>
  <p:clrMapOvr>
    <a:masterClrMapping/>
  </p:clrMapOvr>
  <p:transition>
    <p:cover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23D2B29-8844-4C5B-9279-489FA7966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DATEV eG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765D7C-2BA3-4D64-8B93-048BE80A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2FFA8-16F3-4D16-935C-858579C7B661}" type="slidenum">
              <a:rPr lang="de-DE" noProof="0" smtClean="0"/>
              <a:pPr/>
              <a:t>13</a:t>
            </a:fld>
            <a:endParaRPr lang="de-DE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3B481F8-25BE-4BA4-9B94-603448743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D3C75-40DB-4FC2-8F93-0576CA74DCBE}" type="datetime1">
              <a:rPr lang="de-DE" noProof="0" smtClean="0"/>
              <a:t>10.06.2026</a:t>
            </a:fld>
            <a:endParaRPr lang="de-DE" noProof="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0166D90-4F82-6DCE-60C7-1E67EE3DB9C9}"/>
              </a:ext>
            </a:extLst>
          </p:cNvPr>
          <p:cNvSpPr/>
          <p:nvPr/>
        </p:nvSpPr>
        <p:spPr bwMode="gray">
          <a:xfrm>
            <a:off x="5638800" y="7042150"/>
            <a:ext cx="1799704" cy="273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 anchorCtr="0"/>
          <a:lstStyle/>
          <a:p>
            <a:pPr marL="0" indent="0" algn="l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None/>
            </a:pPr>
            <a:endParaRPr lang="de-DE" sz="1600" noProof="0" dirty="0"/>
          </a:p>
        </p:txBody>
      </p:sp>
    </p:spTree>
    <p:extLst>
      <p:ext uri="{BB962C8B-B14F-4D97-AF65-F5344CB8AC3E}">
        <p14:creationId xmlns:p14="http://schemas.microsoft.com/office/powerpoint/2010/main" val="486924928"/>
      </p:ext>
    </p:extLst>
  </p:cSld>
  <p:clrMapOvr>
    <a:masterClrMapping/>
  </p:clrMapOvr>
  <p:transition>
    <p:cover dir="u"/>
  </p:transition>
</p:sld>
</file>

<file path=ppt/theme/theme1.xml><?xml version="1.0" encoding="utf-8"?>
<a:theme xmlns:a="http://schemas.openxmlformats.org/drawingml/2006/main" name="DATEV">
  <a:themeElements>
    <a:clrScheme name="Datev">
      <a:dk1>
        <a:sysClr val="windowText" lastClr="000000"/>
      </a:dk1>
      <a:lt1>
        <a:sysClr val="window" lastClr="FFFFFF"/>
      </a:lt1>
      <a:dk2>
        <a:srgbClr val="90D033"/>
      </a:dk2>
      <a:lt2>
        <a:srgbClr val="039A9A"/>
      </a:lt2>
      <a:accent1>
        <a:srgbClr val="FFC800"/>
      </a:accent1>
      <a:accent2>
        <a:srgbClr val="E74138"/>
      </a:accent2>
      <a:accent3>
        <a:srgbClr val="A73A65"/>
      </a:accent3>
      <a:accent4>
        <a:srgbClr val="0E95D9"/>
      </a:accent4>
      <a:accent5>
        <a:srgbClr val="529B56"/>
      </a:accent5>
      <a:accent6>
        <a:srgbClr val="DFD9CE"/>
      </a:accent6>
      <a:hlink>
        <a:srgbClr val="000000"/>
      </a:hlink>
      <a:folHlink>
        <a:srgbClr val="000000"/>
      </a:folHlink>
    </a:clrScheme>
    <a:fontScheme name="DATEV">
      <a:majorFont>
        <a:latin typeface="Compatil DATEV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2"/>
        </a:solidFill>
        <a:ln>
          <a:solidFill>
            <a:schemeClr val="bg2"/>
          </a:solidFill>
        </a:ln>
      </a:spPr>
      <a:bodyPr lIns="216000" tIns="216000" rIns="216000" bIns="216000" rtlCol="0" anchor="t" anchorCtr="0"/>
      <a:lstStyle>
        <a:defPPr marL="0" indent="0" algn="l">
          <a:spcBef>
            <a:spcPts val="500"/>
          </a:spcBef>
          <a:spcAft>
            <a:spcPts val="500"/>
          </a:spcAft>
          <a:buFont typeface="Wingdings" panose="05000000000000000000" pitchFamily="2" charset="2"/>
          <a:buNone/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0" indent="0" algn="l">
          <a:spcBef>
            <a:spcPts val="500"/>
          </a:spcBef>
          <a:spcAft>
            <a:spcPts val="500"/>
          </a:spcAft>
          <a:buClr>
            <a:schemeClr val="bg2"/>
          </a:buClr>
          <a:buFont typeface="Wingdings" panose="05000000000000000000" pitchFamily="2" charset="2"/>
          <a:buNone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TEV-Folienmaster.potx" id="{ACFB9D23-42C2-46A1-95B4-E7326EB436CF}" vid="{BC5C028C-2468-4C18-B8C2-30FC55D74EE1}"/>
    </a:ext>
  </a:extLst>
</a:theme>
</file>

<file path=ppt/theme/theme2.xml><?xml version="1.0" encoding="utf-8"?>
<a:theme xmlns:a="http://schemas.openxmlformats.org/drawingml/2006/main" name="Office">
  <a:themeElements>
    <a:clrScheme name="Datev">
      <a:dk1>
        <a:sysClr val="windowText" lastClr="000000"/>
      </a:dk1>
      <a:lt1>
        <a:sysClr val="window" lastClr="FFFFFF"/>
      </a:lt1>
      <a:dk2>
        <a:srgbClr val="90D033"/>
      </a:dk2>
      <a:lt2>
        <a:srgbClr val="039A9A"/>
      </a:lt2>
      <a:accent1>
        <a:srgbClr val="FFC800"/>
      </a:accent1>
      <a:accent2>
        <a:srgbClr val="E74138"/>
      </a:accent2>
      <a:accent3>
        <a:srgbClr val="A73A65"/>
      </a:accent3>
      <a:accent4>
        <a:srgbClr val="0E95D9"/>
      </a:accent4>
      <a:accent5>
        <a:srgbClr val="529B56"/>
      </a:accent5>
      <a:accent6>
        <a:srgbClr val="DFD9CE"/>
      </a:accent6>
      <a:hlink>
        <a:srgbClr val="000000"/>
      </a:hlink>
      <a:folHlink>
        <a:srgbClr val="000000"/>
      </a:folHlink>
    </a:clrScheme>
    <a:fontScheme name="DATEV">
      <a:majorFont>
        <a:latin typeface="Compatil DATEV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2"/>
        </a:solidFill>
        <a:ln>
          <a:solidFill>
            <a:schemeClr val="bg2"/>
          </a:solidFill>
        </a:ln>
      </a:spPr>
      <a:bodyPr lIns="144000" tIns="144000" rIns="144000" bIns="144000" rtlCol="0" anchor="t" anchorCtr="0"/>
      <a:lstStyle>
        <a:defPPr marL="0" indent="0" algn="l">
          <a:spcBef>
            <a:spcPts val="500"/>
          </a:spcBef>
          <a:spcAft>
            <a:spcPts val="500"/>
          </a:spcAft>
          <a:buFont typeface="Wingdings" panose="05000000000000000000" pitchFamily="2" charset="2"/>
          <a:buNone/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0" indent="0" algn="l">
          <a:spcBef>
            <a:spcPts val="500"/>
          </a:spcBef>
          <a:spcAft>
            <a:spcPts val="500"/>
          </a:spcAft>
          <a:buClr>
            <a:schemeClr val="bg2"/>
          </a:buClr>
          <a:buFont typeface="Wingdings" panose="05000000000000000000" pitchFamily="2" charset="2"/>
          <a:buNone/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Datev">
      <a:dk1>
        <a:sysClr val="windowText" lastClr="000000"/>
      </a:dk1>
      <a:lt1>
        <a:sysClr val="window" lastClr="FFFFFF"/>
      </a:lt1>
      <a:dk2>
        <a:srgbClr val="90D033"/>
      </a:dk2>
      <a:lt2>
        <a:srgbClr val="039A9A"/>
      </a:lt2>
      <a:accent1>
        <a:srgbClr val="FFC800"/>
      </a:accent1>
      <a:accent2>
        <a:srgbClr val="E74138"/>
      </a:accent2>
      <a:accent3>
        <a:srgbClr val="A73A65"/>
      </a:accent3>
      <a:accent4>
        <a:srgbClr val="0E95D9"/>
      </a:accent4>
      <a:accent5>
        <a:srgbClr val="529B56"/>
      </a:accent5>
      <a:accent6>
        <a:srgbClr val="DFD9CE"/>
      </a:accent6>
      <a:hlink>
        <a:srgbClr val="000000"/>
      </a:hlink>
      <a:folHlink>
        <a:srgbClr val="000000"/>
      </a:folHlink>
    </a:clrScheme>
    <a:fontScheme name="DATEV">
      <a:majorFont>
        <a:latin typeface="Compatil DATEV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bg2"/>
          </a:solidFill>
        </a:ln>
      </a:spPr>
      <a:bodyPr lIns="216000" tIns="216000" rIns="216000" bIns="216000" rtlCol="0" anchor="t" anchorCtr="0"/>
      <a:lstStyle>
        <a:defPPr algn="l">
          <a:spcBef>
            <a:spcPts val="500"/>
          </a:spcBef>
          <a:spcAft>
            <a:spcPts val="500"/>
          </a:spcAft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Bef>
            <a:spcPts val="500"/>
          </a:spcBef>
          <a:spcAft>
            <a:spcPts val="500"/>
          </a:spcAft>
          <a:buClr>
            <a:schemeClr val="bg2"/>
          </a:buClr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2E5FD0FACC1A441A3B98524628D82BB" ma:contentTypeVersion="14" ma:contentTypeDescription="Ein neues Dokument erstellen." ma:contentTypeScope="" ma:versionID="0b2d405fc1ee4a12c2308f74421bf03f">
  <xsd:schema xmlns:xsd="http://www.w3.org/2001/XMLSchema" xmlns:xs="http://www.w3.org/2001/XMLSchema" xmlns:p="http://schemas.microsoft.com/office/2006/metadata/properties" xmlns:ns3="81b2a3e8-42da-4da6-905d-11a8afbb605c" xmlns:ns4="a316b092-a2a1-4f3b-b455-46c1e19af03e" targetNamespace="http://schemas.microsoft.com/office/2006/metadata/properties" ma:root="true" ma:fieldsID="b276cf683d15fe2eba64d8d014ba7b80" ns3:_="" ns4:_="">
    <xsd:import namespace="81b2a3e8-42da-4da6-905d-11a8afbb605c"/>
    <xsd:import namespace="a316b092-a2a1-4f3b-b455-46c1e19af03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2a3e8-42da-4da6-905d-11a8afbb605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16b092-a2a1-4f3b-b455-46c1e19af0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B3C868-46DF-4B07-9BC0-786ECDEB36DA}">
  <ds:schemaRefs>
    <ds:schemaRef ds:uri="http://schemas.microsoft.com/office/2006/documentManagement/types"/>
    <ds:schemaRef ds:uri="http://purl.org/dc/elements/1.1/"/>
    <ds:schemaRef ds:uri="a316b092-a2a1-4f3b-b455-46c1e19af03e"/>
    <ds:schemaRef ds:uri="http://purl.org/dc/terms/"/>
    <ds:schemaRef ds:uri="http://schemas.openxmlformats.org/package/2006/metadata/core-properties"/>
    <ds:schemaRef ds:uri="81b2a3e8-42da-4da6-905d-11a8afbb605c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1DFD0CC-7005-447C-AF80-F14916731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b2a3e8-42da-4da6-905d-11a8afbb605c"/>
    <ds:schemaRef ds:uri="a316b092-a2a1-4f3b-b455-46c1e19af0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E6B4C5-EDB3-418E-B310-B8E584301F1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5468c62-1a6b-4fe4-8dac-294b6f02ba6b}" enabled="1" method="Standard" siteId="{6740ab35-e70b-48b0-a200-81d690e233e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DATEV-Folienmaster</Template>
  <TotalTime>0</TotalTime>
  <Words>842</Words>
  <Application>Microsoft Office PowerPoint</Application>
  <PresentationFormat>Custom</PresentationFormat>
  <Paragraphs>202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Cambria</vt:lpstr>
      <vt:lpstr>Compatil DATEV</vt:lpstr>
      <vt:lpstr>Frutiger Next Com</vt:lpstr>
      <vt:lpstr>Segoe UI</vt:lpstr>
      <vt:lpstr>Symbol</vt:lpstr>
      <vt:lpstr>Wingdings</vt:lpstr>
      <vt:lpstr>DATEV</vt:lpstr>
      <vt:lpstr>AI Red Teaming: Systematische Sicherheitsanalyse von Large Language Models mit Tool-Access</vt:lpstr>
      <vt:lpstr>Agenda</vt:lpstr>
      <vt:lpstr>Problemstellung</vt:lpstr>
      <vt:lpstr>Zielsetzung &amp; mögliche Forschungsfragen</vt:lpstr>
      <vt:lpstr>OWASP Top 10 for LLM (2025)</vt:lpstr>
      <vt:lpstr>Defense Layers</vt:lpstr>
      <vt:lpstr>Idee: Architektur</vt:lpstr>
      <vt:lpstr>Lage der Literatur</vt:lpstr>
      <vt:lpstr>Forschungslücke</vt:lpstr>
      <vt:lpstr>Prozess Ablauf</vt:lpstr>
      <vt:lpstr>Geplantes Vorgehen</vt:lpstr>
      <vt:lpstr>Zeitplan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Mebert, Bernhard</dc:creator>
  <cp:lastModifiedBy>Ilczuk, Oliver</cp:lastModifiedBy>
  <cp:revision>410</cp:revision>
  <cp:lastPrinted>2021-07-08T15:19:40Z</cp:lastPrinted>
  <dcterms:created xsi:type="dcterms:W3CDTF">2025-07-24T15:44:32Z</dcterms:created>
  <dcterms:modified xsi:type="dcterms:W3CDTF">2026-06-11T09:24:58Z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0x01010092E5FD0FACC1A441A3B98524628D82BB</vt:lpwstr>
  </property>
  <property fmtid="{D5CDD505-2E9C-101B-9397-08002B2CF9AE}" pid="3" name="ClassificationContentMarkingFooterLocations">
    <vt:lpwstr>DATEV:18</vt:lpwstr>
  </property>
  <property fmtid="{D5CDD505-2E9C-101B-9397-08002B2CF9AE}" pid="4" name="ClassificationContentMarkingFooterText">
    <vt:lpwstr>– Intern –</vt:lpwstr>
  </property>
</Properties>
</file>