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sldIdLst>
    <p:sldId id="276" r:id="rId3"/>
    <p:sldId id="312" r:id="rId4"/>
    <p:sldId id="313" r:id="rId5"/>
    <p:sldId id="314" r:id="rId6"/>
    <p:sldId id="315" r:id="rId7"/>
    <p:sldId id="317" r:id="rId8"/>
    <p:sldId id="316" r:id="rId9"/>
    <p:sldId id="318" r:id="rId10"/>
    <p:sldId id="319" r:id="rId11"/>
    <p:sldId id="320" r:id="rId12"/>
    <p:sldId id="321" r:id="rId13"/>
    <p:sldId id="322" r:id="rId14"/>
    <p:sldId id="323" r:id="rId15"/>
    <p:sldId id="324" r:id="rId16"/>
    <p:sldId id="325" r:id="rId17"/>
    <p:sldId id="326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91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B8FC7-9391-41AA-B420-ADD54ADBEDCF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CE6FA-EFB7-453E-BB25-06058A176E2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063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5FE9D-1E64-89CD-0619-3EFAB44804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02F1B7-88DB-091D-BAFB-58061DCDE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A756-D1C1-7CC9-A8BE-9C618D0C0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DAB95-9794-1838-1376-3CA8C0283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49D32-8EF3-59EB-57DF-06BB95DF5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8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AE3C7-E931-B6FB-10E8-BB7CB2C8C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F4CE2-9E01-1CEC-5E66-E68102F31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9BE53-24EC-B8A0-CA8F-AEB604A5B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5B68A-B440-F03F-E02E-5F50D3621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698B7-95EC-087C-F113-FA0694EC3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5633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C82B-5A4B-1A6E-6150-51922AD66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43BDA-7001-81A0-9D47-08F2C7A06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50619-FA33-864E-55B5-68949F0CF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445FD-A3C7-A2B4-EBA7-5C8A44369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472F1-279B-128B-5AF9-912D5A56D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87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A5602-3E9D-B956-5617-A7853B22C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9C70-35F5-EA40-8C33-6E82BD935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42C21-5B8D-DFD5-63A9-6FCC38B8D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104A06-C254-A1E7-F4F4-DF8A0AD7C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30B32-1EEE-72B0-A851-94F34C9F9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18EA3-3E66-CD04-5C79-CFC42F0EB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1823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CF67C-0462-B042-1371-80A07B7D0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12F6-A6BB-51CA-036C-4064668A3F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45957-E94B-448E-612B-CCEA46BD14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09F8D3-0FEE-C44A-DD1B-02B9630A00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D905F9-B974-7528-59F1-E5B8B448AC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814250-CAE8-0D68-1F87-A67EBB8C9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208BD8-2CEC-79EE-9490-60E1F502F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5FA88B-4CC3-F816-8604-AE559395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7224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40745-098D-EBD9-798B-52A2BE4DD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1242F9-2AA6-C586-A171-F69CDB147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3CCFB-1874-B6D5-4653-4DBCA1C50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AC7F0-CC73-8034-FDD3-04FC08097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4114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D51E55-8931-2772-49D6-B071045DB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3AEA5D-8FC7-6C5B-6010-C77698A53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98510C-EB7A-7CD4-6FBB-95D6BA3E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9661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A10F5-4E5A-D77F-5369-4146359AF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61301-A1E1-DDFA-DC67-7DC419FF5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89EC6-4FCB-E5C8-6139-F74DCE0DDF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DB62A1-1D3F-7F05-4014-DB5B6EAE0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028631-71A8-4384-447E-62B6BE16F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354AD-D094-3B9D-651A-DD5EF7C43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6314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FFB1-40D8-898E-8F05-7A4EBB209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23C38-0B93-D1FE-B6B3-837A0B03C0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394F20-3D27-B530-B940-59BF4D3192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F530C-0CF6-B090-97E3-7A1BCEA95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0CEC3C-B06D-E77D-F8A3-A71AD028D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6ADBE-CB01-0FE3-7E6D-414D1EA8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4811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68A23-C3FC-73F0-960F-67EB53DF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09A2E-5944-3AFB-8327-C012F7A9F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DE1AA-BDC3-E672-B47D-3B2120DC7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FA395-3BF5-2E06-8EA5-8CE41FA8A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5E22B-554E-AAF9-B134-ADF0AE0B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574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43416C-5BF6-4424-BD43-3B0443A232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5C280-B981-5683-301E-F1BBFFF6E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90415-D9C4-E3B9-9FBF-D90932A79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505BD-2070-ECA0-3EDE-B6D0CC5F9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B6F4-0D44-E545-3AF9-7C8FDC44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180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8">
            <a:extLst>
              <a:ext uri="{FF2B5EF4-FFF2-40B4-BE49-F238E27FC236}">
                <a16:creationId xmlns:a16="http://schemas.microsoft.com/office/drawing/2014/main" id="{B2C0AAE8-22B0-45FC-84B9-7BEEBE3C156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wrap="square" lIns="0" tIns="0" bIns="223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</a:t>
            </a:r>
            <a:br>
              <a:rPr lang="de-DE"/>
            </a:br>
            <a:r>
              <a:rPr lang="de-DE"/>
              <a:t>Bild in die Zwischenablage, </a:t>
            </a:r>
            <a:br>
              <a:rPr lang="de-DE"/>
            </a:br>
            <a:r>
              <a:rPr lang="de-DE"/>
              <a:t>wählen Sie den Platzhalter an </a:t>
            </a:r>
            <a:br>
              <a:rPr lang="de-DE"/>
            </a:br>
            <a:r>
              <a:rPr lang="de-DE"/>
              <a:t>und klicken Sie einfügen.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C2D4733-5B9B-4698-978B-66355EC3BE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830462" y="2146102"/>
            <a:ext cx="4860726" cy="2025551"/>
          </a:xfrm>
        </p:spPr>
        <p:txBody>
          <a:bodyPr tIns="0" anchor="b" anchorCtr="0"/>
          <a:lstStyle>
            <a:lvl1pPr>
              <a:defRPr sz="3750"/>
            </a:lvl1pPr>
            <a:lvl2pPr>
              <a:defRPr sz="3750"/>
            </a:lvl2pPr>
            <a:lvl3pPr>
              <a:defRPr sz="3750"/>
            </a:lvl3pPr>
            <a:lvl4pPr>
              <a:defRPr sz="3750"/>
            </a:lvl4pPr>
            <a:lvl5pPr>
              <a:defRPr sz="3750"/>
            </a:lvl5pPr>
            <a:lvl6pPr>
              <a:defRPr sz="3750"/>
            </a:lvl6pPr>
            <a:lvl7pPr>
              <a:defRPr sz="3750"/>
            </a:lvl7pPr>
            <a:lvl8pPr>
              <a:defRPr sz="3750"/>
            </a:lvl8pPr>
            <a:lvl9pPr>
              <a:defRPr sz="3750"/>
            </a:lvl9pPr>
          </a:lstStyle>
          <a:p>
            <a:pPr lvl="0"/>
            <a:r>
              <a:rPr lang="de-DE" sz="3750"/>
              <a:t>Ein Titel der </a:t>
            </a:r>
            <a:br>
              <a:rPr lang="de-DE" sz="3750"/>
            </a:br>
            <a:r>
              <a:rPr lang="de-DE" sz="3750"/>
              <a:t>über drei Zeilen </a:t>
            </a:r>
            <a:br>
              <a:rPr lang="de-DE" sz="3750"/>
            </a:br>
            <a:r>
              <a:rPr lang="de-DE" sz="3750"/>
              <a:t>laufen kann</a:t>
            </a:r>
            <a:endParaRPr lang="de-DE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4576465"/>
            <a:ext cx="3239989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342DDCB-E836-4239-BE0F-2A6BFA58FB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0" y="4846465"/>
            <a:ext cx="323998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542F90-2CEE-4831-B728-AA0F3624C375}"/>
              </a:ext>
            </a:extLst>
          </p:cNvPr>
          <p:cNvSpPr>
            <a:spLocks noGrp="1"/>
          </p:cNvSpPr>
          <p:nvPr>
            <p:ph type="dt" sz="half" idx="15"/>
          </p:nvPr>
        </p:nvSpPr>
        <p:spPr bwMode="gray">
          <a:xfrm>
            <a:off x="830460" y="5186364"/>
            <a:ext cx="3239989" cy="255984"/>
          </a:xfrm>
          <a:prstGeom prst="rect">
            <a:avLst/>
          </a:prstGeom>
        </p:spPr>
        <p:txBody>
          <a:bodyPr/>
          <a:lstStyle>
            <a:lvl1pPr algn="l">
              <a:defRPr sz="1500">
                <a:solidFill>
                  <a:schemeClr val="tx1"/>
                </a:solidFill>
              </a:defRPr>
            </a:lvl1pPr>
            <a:lvl2pPr marL="0" indent="0">
              <a:defRPr sz="1500"/>
            </a:lvl2pPr>
            <a:lvl3pPr marL="0">
              <a:defRPr sz="1500"/>
            </a:lvl3pPr>
            <a:lvl4pPr marL="0">
              <a:defRPr sz="1500"/>
            </a:lvl4pPr>
            <a:lvl5pPr marL="0">
              <a:defRPr sz="1500"/>
            </a:lvl5pPr>
            <a:lvl6pPr marL="0">
              <a:defRPr sz="1500"/>
            </a:lvl6pPr>
            <a:lvl7pPr marL="0">
              <a:defRPr sz="1500"/>
            </a:lvl7pPr>
            <a:lvl8pPr marL="0">
              <a:defRPr sz="1500"/>
            </a:lvl8pPr>
            <a:lvl9pPr marL="0">
              <a:defRPr sz="1500"/>
            </a:lvl9pPr>
          </a:lstStyle>
          <a:p>
            <a:fld id="{9553936C-B167-42B8-9F6D-E67FCF81FC50}" type="datetime1">
              <a:rPr lang="de-DE" smtClean="0"/>
              <a:t>16.06.2026</a:t>
            </a:fld>
            <a:endParaRPr lang="de-DE"/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10CC144B-93DE-44E1-A85E-79D8DB863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0" y="5442348"/>
            <a:ext cx="323998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220A251-B43F-418B-882D-89E8B5CE8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>
          <a:xfrm>
            <a:off x="425649" y="6872016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20CD048-1678-4BBC-B4C6-00BA168008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10956727" y="6872016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2" name="SmartArt-Platzhalter 15">
            <a:extLst>
              <a:ext uri="{FF2B5EF4-FFF2-40B4-BE49-F238E27FC236}">
                <a16:creationId xmlns:a16="http://schemas.microsoft.com/office/drawing/2014/main" id="{45D573E9-DCAE-4CB8-BE1B-0A407FF428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830461" y="932577"/>
            <a:ext cx="1017984" cy="100358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14385948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874699E-5303-426C-AFA1-7BA2A2FB1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C2D4733-5B9B-4698-978B-66355EC3BE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830461" y="2146102"/>
            <a:ext cx="5265539" cy="2025551"/>
          </a:xfrm>
        </p:spPr>
        <p:txBody>
          <a:bodyPr tIns="0" anchor="b" anchorCtr="0"/>
          <a:lstStyle>
            <a:lvl1pPr>
              <a:defRPr sz="3750">
                <a:solidFill>
                  <a:schemeClr val="bg1"/>
                </a:solidFill>
              </a:defRPr>
            </a:lvl1pPr>
            <a:lvl2pPr>
              <a:defRPr sz="3750">
                <a:solidFill>
                  <a:schemeClr val="bg1"/>
                </a:solidFill>
              </a:defRPr>
            </a:lvl2pPr>
            <a:lvl3pPr>
              <a:defRPr sz="3750">
                <a:solidFill>
                  <a:schemeClr val="bg1"/>
                </a:solidFill>
              </a:defRPr>
            </a:lvl3pPr>
            <a:lvl4pPr>
              <a:defRPr sz="3750">
                <a:solidFill>
                  <a:schemeClr val="bg1"/>
                </a:solidFill>
              </a:defRPr>
            </a:lvl4pPr>
            <a:lvl5pPr>
              <a:defRPr sz="3750">
                <a:solidFill>
                  <a:schemeClr val="bg1"/>
                </a:solidFill>
              </a:defRPr>
            </a:lvl5pPr>
            <a:lvl6pPr>
              <a:defRPr sz="3750">
                <a:solidFill>
                  <a:schemeClr val="bg1"/>
                </a:solidFill>
              </a:defRPr>
            </a:lvl6pPr>
            <a:lvl7pPr>
              <a:defRPr sz="3750">
                <a:solidFill>
                  <a:schemeClr val="bg1"/>
                </a:solidFill>
              </a:defRPr>
            </a:lvl7pPr>
            <a:lvl8pPr>
              <a:defRPr sz="3750">
                <a:solidFill>
                  <a:schemeClr val="bg1"/>
                </a:solidFill>
              </a:defRPr>
            </a:lvl8pPr>
            <a:lvl9pPr>
              <a:defRPr sz="375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sz="3750"/>
              <a:t>Ein Titel der </a:t>
            </a:r>
            <a:br>
              <a:rPr lang="de-DE" sz="3750"/>
            </a:br>
            <a:r>
              <a:rPr lang="de-DE" sz="3750"/>
              <a:t>über drei Zeilen </a:t>
            </a:r>
            <a:br>
              <a:rPr lang="de-DE" sz="3750"/>
            </a:br>
            <a:r>
              <a:rPr lang="de-DE" sz="3750"/>
              <a:t>laufen kann</a:t>
            </a:r>
            <a:endParaRPr lang="de-DE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9E4484B0-31C7-4A90-A58D-4E08826C1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830461" y="932577"/>
            <a:ext cx="1017984" cy="1003587"/>
            <a:chOff x="1648" y="-1"/>
            <a:chExt cx="4384" cy="4322"/>
          </a:xfrm>
          <a:solidFill>
            <a:schemeClr val="bg1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7EEA6C25-C8B1-4B56-A0AB-E13668212477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7ECBDA0-D553-4EED-A23A-05B60BEF1423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  <p:sp>
        <p:nvSpPr>
          <p:cNvPr id="16" name="Subtitle 2">
            <a:extLst>
              <a:ext uri="{FF2B5EF4-FFF2-40B4-BE49-F238E27FC236}">
                <a16:creationId xmlns:a16="http://schemas.microsoft.com/office/drawing/2014/main" id="{D2CBB13D-0881-40B8-B5A5-BE34FBF42B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4576465"/>
            <a:ext cx="5265539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BD985-D4A6-40BF-93A3-9A2436B55D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4846465"/>
            <a:ext cx="526553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D06D821A-CCF3-463C-8C19-F9AD6A3FD3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1" y="5186364"/>
            <a:ext cx="5265539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bg1"/>
                </a:solidFill>
              </a:defRPr>
            </a:lvl1pPr>
            <a:lvl2pPr marL="0">
              <a:defRPr sz="1500">
                <a:solidFill>
                  <a:schemeClr val="bg1"/>
                </a:solidFill>
              </a:defRPr>
            </a:lvl2pPr>
            <a:lvl3pPr marL="0">
              <a:defRPr sz="1500">
                <a:solidFill>
                  <a:schemeClr val="bg1"/>
                </a:solidFill>
              </a:defRPr>
            </a:lvl3pPr>
            <a:lvl4pPr marL="0">
              <a:defRPr sz="1500">
                <a:solidFill>
                  <a:schemeClr val="bg1"/>
                </a:solidFill>
              </a:defRPr>
            </a:lvl4pPr>
            <a:lvl5pPr marL="0">
              <a:defRPr sz="1500">
                <a:solidFill>
                  <a:schemeClr val="bg1"/>
                </a:solidFill>
              </a:defRPr>
            </a:lvl5pPr>
            <a:lvl6pPr marL="0">
              <a:defRPr sz="1500">
                <a:solidFill>
                  <a:schemeClr val="bg1"/>
                </a:solidFill>
              </a:defRPr>
            </a:lvl6pPr>
            <a:lvl7pPr marL="0">
              <a:defRPr sz="1500">
                <a:solidFill>
                  <a:schemeClr val="bg1"/>
                </a:solidFill>
              </a:defRPr>
            </a:lvl7pPr>
            <a:lvl8pPr marL="0">
              <a:defRPr sz="1500">
                <a:solidFill>
                  <a:schemeClr val="bg1"/>
                </a:solidFill>
              </a:defRPr>
            </a:lvl8pPr>
            <a:lvl9pPr marL="0">
              <a:defRPr sz="1500">
                <a:solidFill>
                  <a:schemeClr val="bg1"/>
                </a:solidFill>
              </a:defRPr>
            </a:lvl9pPr>
          </a:lstStyle>
          <a:p>
            <a:fld id="{9C32EADC-4C99-4291-8710-3504BAB0C82E}" type="datetime1">
              <a:rPr lang="de-DE" smtClean="0"/>
              <a:t>16.06.2026</a:t>
            </a:fld>
            <a:endParaRPr lang="de-DE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D2153CA-FF4D-4B2A-A2B1-AB817760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1" y="5442348"/>
            <a:ext cx="526553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</p:spTree>
    <p:extLst>
      <p:ext uri="{BB962C8B-B14F-4D97-AF65-F5344CB8AC3E}">
        <p14:creationId xmlns:p14="http://schemas.microsoft.com/office/powerpoint/2010/main" val="2861126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Störer Bild/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419511A-BC78-47F6-993B-2B61AC85D8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1D79F31-9552-46BB-9D84-80F01748E24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3004800"/>
              <a:gd name="connsiteY0" fmla="*/ 0 h 7315200"/>
              <a:gd name="connsiteX1" fmla="*/ 13004800 w 13004800"/>
              <a:gd name="connsiteY1" fmla="*/ 0 h 7315200"/>
              <a:gd name="connsiteX2" fmla="*/ 13004800 w 13004800"/>
              <a:gd name="connsiteY2" fmla="*/ 7315200 h 7315200"/>
              <a:gd name="connsiteX3" fmla="*/ 6070600 w 13004800"/>
              <a:gd name="connsiteY3" fmla="*/ 7315200 h 7315200"/>
              <a:gd name="connsiteX4" fmla="*/ 6070600 w 13004800"/>
              <a:gd name="connsiteY4" fmla="*/ 7310881 h 7315200"/>
              <a:gd name="connsiteX5" fmla="*/ 6071418 w 13004800"/>
              <a:gd name="connsiteY5" fmla="*/ 7310881 h 7315200"/>
              <a:gd name="connsiteX6" fmla="*/ 6071418 w 13004800"/>
              <a:gd name="connsiteY6" fmla="*/ 989456 h 7315200"/>
              <a:gd name="connsiteX7" fmla="*/ 885825 w 13004800"/>
              <a:gd name="connsiteY7" fmla="*/ 989456 h 7315200"/>
              <a:gd name="connsiteX8" fmla="*/ 885825 w 13004800"/>
              <a:gd name="connsiteY8" fmla="*/ 4125535 h 7315200"/>
              <a:gd name="connsiteX9" fmla="*/ 885825 w 13004800"/>
              <a:gd name="connsiteY9" fmla="*/ 7310881 h 7315200"/>
              <a:gd name="connsiteX10" fmla="*/ 885825 w 13004800"/>
              <a:gd name="connsiteY10" fmla="*/ 7315200 h 7315200"/>
              <a:gd name="connsiteX11" fmla="*/ 0 w 13004800"/>
              <a:gd name="connsiteY11" fmla="*/ 7315200 h 731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04800" h="7315200">
                <a:moveTo>
                  <a:pt x="0" y="0"/>
                </a:moveTo>
                <a:lnTo>
                  <a:pt x="13004800" y="0"/>
                </a:lnTo>
                <a:lnTo>
                  <a:pt x="13004800" y="7315200"/>
                </a:lnTo>
                <a:lnTo>
                  <a:pt x="6070600" y="7315200"/>
                </a:lnTo>
                <a:lnTo>
                  <a:pt x="6070600" y="7310881"/>
                </a:lnTo>
                <a:lnTo>
                  <a:pt x="6071418" y="7310881"/>
                </a:lnTo>
                <a:lnTo>
                  <a:pt x="6071418" y="989456"/>
                </a:lnTo>
                <a:lnTo>
                  <a:pt x="885825" y="989456"/>
                </a:lnTo>
                <a:lnTo>
                  <a:pt x="885825" y="4125535"/>
                </a:lnTo>
                <a:lnTo>
                  <a:pt x="885825" y="7310881"/>
                </a:lnTo>
                <a:lnTo>
                  <a:pt x="885825" y="7315200"/>
                </a:lnTo>
                <a:lnTo>
                  <a:pt x="0" y="7315200"/>
                </a:lnTo>
                <a:close/>
              </a:path>
            </a:pathLst>
          </a:cu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</p:spPr>
        <p:txBody>
          <a:bodyPr wrap="square" lIns="6948000" t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>
                <a:solidFill>
                  <a:schemeClr val="bg1"/>
                </a:solidFill>
              </a:defRPr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62048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62048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3CBBDCD-8A9F-4FE5-9875-E8B2AAAEAA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235274" y="2960219"/>
            <a:ext cx="4050357" cy="1616246"/>
          </a:xfrm>
        </p:spPr>
        <p:txBody>
          <a:bodyPr tIns="0" bIns="252000" anchor="b" anchorCtr="0"/>
          <a:lstStyle>
            <a:lvl1pPr>
              <a:defRPr sz="3000">
                <a:solidFill>
                  <a:schemeClr val="tx1"/>
                </a:solidFill>
              </a:defRPr>
            </a:lvl1pPr>
            <a:lvl2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2pPr>
            <a:lvl3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3pPr>
            <a:lvl4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4pPr>
            <a:lvl5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5pPr>
            <a:lvl6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6pPr>
            <a:lvl7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7pPr>
            <a:lvl8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8pPr>
            <a:lvl9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9pPr>
          </a:lstStyle>
          <a:p>
            <a:pPr lvl="0"/>
            <a:r>
              <a:rPr lang="de-DE" sz="3000" dirty="0"/>
              <a:t>Ein Titel der </a:t>
            </a:r>
            <a:br>
              <a:rPr lang="de-DE" sz="3000" dirty="0"/>
            </a:br>
            <a:r>
              <a:rPr lang="de-DE" sz="3000" dirty="0"/>
              <a:t>über drei Zeilen laufen kann</a:t>
            </a:r>
            <a:endParaRPr lang="de-DE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9416AD6-0773-47AC-9704-725327AB0F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36017" y="4576465"/>
            <a:ext cx="4050357" cy="270000"/>
          </a:xfrm>
        </p:spPr>
        <p:txBody>
          <a:bodyPr/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AA8BA660-1D5F-4EA1-8372-8537D93E89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236017" y="4846465"/>
            <a:ext cx="4050357" cy="27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1" defTabSz="914428">
              <a:spcBef>
                <a:spcPts val="400"/>
              </a:spcBef>
              <a:spcAft>
                <a:spcPts val="400"/>
              </a:spcAft>
            </a:pPr>
            <a:r>
              <a:rPr lang="de-DE" sz="1500" b="0" noProof="1">
                <a:solidFill>
                  <a:srgbClr val="000000"/>
                </a:solidFill>
                <a:latin typeface="Segoe UI" panose="020B0502040204020203" pitchFamily="34" charset="0"/>
              </a:rPr>
              <a:t>Abteilung/Team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F1CE5444-58EB-4D2D-8519-ABD85530DADD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1236017" y="5186364"/>
            <a:ext cx="4050357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tx1"/>
                </a:solidFill>
              </a:defRPr>
            </a:lvl1pPr>
            <a:lvl2pPr marL="0">
              <a:defRPr sz="1500"/>
            </a:lvl2pPr>
            <a:lvl3pPr marL="0">
              <a:defRPr sz="1500"/>
            </a:lvl3pPr>
            <a:lvl4pPr marL="0">
              <a:defRPr sz="1500"/>
            </a:lvl4pPr>
            <a:lvl5pPr marL="0">
              <a:defRPr sz="1500"/>
            </a:lvl5pPr>
            <a:lvl6pPr marL="0">
              <a:defRPr sz="1500"/>
            </a:lvl6pPr>
            <a:lvl7pPr marL="0">
              <a:defRPr sz="1500"/>
            </a:lvl7pPr>
            <a:lvl8pPr marL="0">
              <a:defRPr sz="1500"/>
            </a:lvl8pPr>
            <a:lvl9pPr marL="0">
              <a:defRPr sz="1500"/>
            </a:lvl9pPr>
          </a:lstStyle>
          <a:p>
            <a:fld id="{3E4FA6AF-C923-49DC-A5F4-D88A2EFAAEB8}" type="datetime1">
              <a:rPr lang="de-DE" smtClean="0"/>
              <a:t>16.06.2026</a:t>
            </a:fld>
            <a:endParaRPr lang="de-DE"/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16AFA2F9-3BE8-43F4-99D6-B6597D71A7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236017" y="5442348"/>
            <a:ext cx="4050357" cy="27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1" defTabSz="914428">
              <a:spcBef>
                <a:spcPts val="400"/>
              </a:spcBef>
              <a:spcAft>
                <a:spcPts val="400"/>
              </a:spcAft>
            </a:pPr>
            <a:r>
              <a:rPr lang="de-DE" sz="1500" b="0" noProof="1">
                <a:solidFill>
                  <a:srgbClr val="000000"/>
                </a:solidFill>
                <a:latin typeface="Segoe UI" panose="020B0502040204020203" pitchFamily="34" charset="0"/>
              </a:rPr>
              <a:t>Version XYZ (Optional)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16DCB894-B689-441D-B0A6-4BD306FC5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1235274" y="1336477"/>
            <a:ext cx="1017984" cy="1003587"/>
            <a:chOff x="1648" y="-1"/>
            <a:chExt cx="4384" cy="4322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CCD7D9AF-894B-4FF8-A2AF-5EE816931EE3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AB590657-147A-4C8D-B4F4-0AF5CB5E798E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9166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 Bild + Rahme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7020000" t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2" name="SmartArt-Platzhalter 31">
            <a:extLst>
              <a:ext uri="{FF2B5EF4-FFF2-40B4-BE49-F238E27FC236}">
                <a16:creationId xmlns:a16="http://schemas.microsoft.com/office/drawing/2014/main" id="{AFBAAFFB-6DD3-4F46-AE79-A1AE53E1A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6" hasCustomPrompt="1"/>
          </p:nvPr>
        </p:nvSpPr>
        <p:spPr>
          <a:xfrm>
            <a:off x="0" y="1"/>
            <a:ext cx="6096000" cy="5386090"/>
          </a:xfrm>
          <a:blipFill dpi="0" rotWithShape="1">
            <a:blip cstate="screen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40CEB86-0B3B-4D7C-BC3D-84C77EB2D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0462" y="821532"/>
            <a:ext cx="3644801" cy="1729383"/>
          </a:xfrm>
          <a:ln w="438150">
            <a:noFill/>
            <a:miter lim="800000"/>
          </a:ln>
        </p:spPr>
        <p:txBody>
          <a:bodyPr lIns="0" tIns="0" rIns="0" bIns="0" anchor="b"/>
          <a:lstStyle>
            <a:lvl1pPr>
              <a:defRPr sz="3750">
                <a:solidFill>
                  <a:schemeClr val="bg1"/>
                </a:solidFill>
              </a:defRPr>
            </a:lvl1pPr>
            <a:lvl2pPr>
              <a:defRPr sz="3750">
                <a:solidFill>
                  <a:schemeClr val="bg1"/>
                </a:solidFill>
              </a:defRPr>
            </a:lvl2pPr>
            <a:lvl3pPr>
              <a:defRPr sz="3750">
                <a:solidFill>
                  <a:schemeClr val="bg1"/>
                </a:solidFill>
              </a:defRPr>
            </a:lvl3pPr>
            <a:lvl4pPr>
              <a:defRPr sz="3750">
                <a:solidFill>
                  <a:schemeClr val="bg1"/>
                </a:solidFill>
              </a:defRPr>
            </a:lvl4pPr>
            <a:lvl5pPr>
              <a:defRPr sz="3750">
                <a:solidFill>
                  <a:schemeClr val="bg1"/>
                </a:solidFill>
              </a:defRPr>
            </a:lvl5pPr>
            <a:lvl6pPr>
              <a:defRPr sz="3750">
                <a:solidFill>
                  <a:schemeClr val="bg1"/>
                </a:solidFill>
              </a:defRPr>
            </a:lvl6pPr>
            <a:lvl7pPr>
              <a:defRPr sz="3750">
                <a:solidFill>
                  <a:schemeClr val="bg1"/>
                </a:solidFill>
              </a:defRPr>
            </a:lvl7pPr>
            <a:lvl8pPr>
              <a:defRPr sz="3750">
                <a:solidFill>
                  <a:schemeClr val="bg1"/>
                </a:solidFill>
              </a:defRPr>
            </a:lvl8pPr>
            <a:lvl9pPr>
              <a:defRPr sz="375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Ein Titel der </a:t>
            </a:r>
            <a:br>
              <a:rPr lang="de-DE" dirty="0"/>
            </a:br>
            <a:r>
              <a:rPr lang="de-DE" dirty="0"/>
              <a:t>über drei Zeilen </a:t>
            </a:r>
            <a:br>
              <a:rPr lang="de-DE" dirty="0"/>
            </a:br>
            <a:r>
              <a:rPr lang="de-DE" dirty="0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4DACD6A-DABB-4609-AE47-1F7689BA09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2966442"/>
            <a:ext cx="3644801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C3166572-E122-496C-8900-5ED6B8CA5F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3236442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2" y="3576341"/>
            <a:ext cx="3644801" cy="255984"/>
          </a:xfrm>
          <a:prstGeom prst="rect">
            <a:avLst/>
          </a:prstGeom>
        </p:spPr>
        <p:txBody>
          <a:bodyPr/>
          <a:lstStyle>
            <a:lvl1pPr algn="l">
              <a:defRPr sz="1500">
                <a:solidFill>
                  <a:schemeClr val="bg1"/>
                </a:solidFill>
              </a:defRPr>
            </a:lvl1pPr>
          </a:lstStyle>
          <a:p>
            <a:fld id="{C9FE8F60-FC5A-43D6-83ED-A558DB7334D7}" type="datetime1">
              <a:rPr lang="de-DE" smtClean="0"/>
              <a:t>16.06.2026</a:t>
            </a:fld>
            <a:endParaRPr lang="de-DE"/>
          </a:p>
        </p:txBody>
      </p:sp>
      <p:sp>
        <p:nvSpPr>
          <p:cNvPr id="20" name="Textplatzhalter 2">
            <a:extLst>
              <a:ext uri="{FF2B5EF4-FFF2-40B4-BE49-F238E27FC236}">
                <a16:creationId xmlns:a16="http://schemas.microsoft.com/office/drawing/2014/main" id="{572D2C9D-96A2-4ECE-8CB5-5109BE7C9F0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830461" y="3832325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sp>
        <p:nvSpPr>
          <p:cNvPr id="38" name="SmartArt-Platzhalter 15">
            <a:extLst>
              <a:ext uri="{FF2B5EF4-FFF2-40B4-BE49-F238E27FC236}">
                <a16:creationId xmlns:a16="http://schemas.microsoft.com/office/drawing/2014/main" id="{057DB2FE-E245-47C2-A354-5F1F97B70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0343555" y="932577"/>
            <a:ext cx="1017984" cy="100358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8382781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 Bild rund +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874699E-5303-426C-AFA1-7BA2A2FB1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5" name="Bildplatzhalter 24">
            <a:extLst>
              <a:ext uri="{FF2B5EF4-FFF2-40B4-BE49-F238E27FC236}">
                <a16:creationId xmlns:a16="http://schemas.microsoft.com/office/drawing/2014/main" id="{7D36F197-362E-4A61-86EA-29FF899777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2"/>
            <a:ext cx="8931176" cy="6197201"/>
          </a:xfrm>
          <a:custGeom>
            <a:avLst/>
            <a:gdLst>
              <a:gd name="connsiteX0" fmla="*/ 2286692 w 9526588"/>
              <a:gd name="connsiteY0" fmla="*/ 0 h 6610348"/>
              <a:gd name="connsiteX1" fmla="*/ 9526588 w 9526588"/>
              <a:gd name="connsiteY1" fmla="*/ 0 h 6610348"/>
              <a:gd name="connsiteX2" fmla="*/ 9526588 w 9526588"/>
              <a:gd name="connsiteY2" fmla="*/ 4298641 h 6610348"/>
              <a:gd name="connsiteX3" fmla="*/ 9514609 w 9526588"/>
              <a:gd name="connsiteY3" fmla="*/ 4535138 h 6610348"/>
              <a:gd name="connsiteX4" fmla="*/ 7215684 w 9526588"/>
              <a:gd name="connsiteY4" fmla="*/ 6610348 h 6610348"/>
              <a:gd name="connsiteX5" fmla="*/ 7210054 w 9526588"/>
              <a:gd name="connsiteY5" fmla="*/ 6610348 h 6610348"/>
              <a:gd name="connsiteX6" fmla="*/ 7196684 w 9526588"/>
              <a:gd name="connsiteY6" fmla="*/ 6610348 h 6610348"/>
              <a:gd name="connsiteX7" fmla="*/ 7170647 w 9526588"/>
              <a:gd name="connsiteY7" fmla="*/ 6610348 h 6610348"/>
              <a:gd name="connsiteX8" fmla="*/ 7127722 w 9526588"/>
              <a:gd name="connsiteY8" fmla="*/ 6610348 h 6610348"/>
              <a:gd name="connsiteX9" fmla="*/ 7063685 w 9526588"/>
              <a:gd name="connsiteY9" fmla="*/ 6610348 h 6610348"/>
              <a:gd name="connsiteX10" fmla="*/ 6974316 w 9526588"/>
              <a:gd name="connsiteY10" fmla="*/ 6610348 h 6610348"/>
              <a:gd name="connsiteX11" fmla="*/ 6855391 w 9526588"/>
              <a:gd name="connsiteY11" fmla="*/ 6610348 h 6610348"/>
              <a:gd name="connsiteX12" fmla="*/ 6702689 w 9526588"/>
              <a:gd name="connsiteY12" fmla="*/ 6610348 h 6610348"/>
              <a:gd name="connsiteX13" fmla="*/ 6511987 w 9526588"/>
              <a:gd name="connsiteY13" fmla="*/ 6610348 h 6610348"/>
              <a:gd name="connsiteX14" fmla="*/ 6401066 w 9526588"/>
              <a:gd name="connsiteY14" fmla="*/ 6610348 h 6610348"/>
              <a:gd name="connsiteX15" fmla="*/ 6279063 w 9526588"/>
              <a:gd name="connsiteY15" fmla="*/ 6610348 h 6610348"/>
              <a:gd name="connsiteX16" fmla="*/ 6145448 w 9526588"/>
              <a:gd name="connsiteY16" fmla="*/ 6610348 h 6610348"/>
              <a:gd name="connsiteX17" fmla="*/ 5999695 w 9526588"/>
              <a:gd name="connsiteY17" fmla="*/ 6610348 h 6610348"/>
              <a:gd name="connsiteX18" fmla="*/ 5841275 w 9526588"/>
              <a:gd name="connsiteY18" fmla="*/ 6610348 h 6610348"/>
              <a:gd name="connsiteX19" fmla="*/ 5669661 w 9526588"/>
              <a:gd name="connsiteY19" fmla="*/ 6610348 h 6610348"/>
              <a:gd name="connsiteX20" fmla="*/ 5484325 w 9526588"/>
              <a:gd name="connsiteY20" fmla="*/ 6610348 h 6610348"/>
              <a:gd name="connsiteX21" fmla="*/ 5284739 w 9526588"/>
              <a:gd name="connsiteY21" fmla="*/ 6610348 h 6610348"/>
              <a:gd name="connsiteX22" fmla="*/ 5070375 w 9526588"/>
              <a:gd name="connsiteY22" fmla="*/ 6610348 h 6610348"/>
              <a:gd name="connsiteX23" fmla="*/ 4840706 w 9526588"/>
              <a:gd name="connsiteY23" fmla="*/ 6610348 h 6610348"/>
              <a:gd name="connsiteX24" fmla="*/ 4595204 w 9526588"/>
              <a:gd name="connsiteY24" fmla="*/ 6610348 h 6610348"/>
              <a:gd name="connsiteX25" fmla="*/ 4333341 w 9526588"/>
              <a:gd name="connsiteY25" fmla="*/ 6610348 h 6610348"/>
              <a:gd name="connsiteX26" fmla="*/ 4278312 w 9526588"/>
              <a:gd name="connsiteY26" fmla="*/ 6610348 h 6610348"/>
              <a:gd name="connsiteX27" fmla="*/ 4269908 w 9526588"/>
              <a:gd name="connsiteY27" fmla="*/ 6610348 h 6610348"/>
              <a:gd name="connsiteX28" fmla="*/ 4249951 w 9526588"/>
              <a:gd name="connsiteY28" fmla="*/ 6610348 h 6610348"/>
              <a:gd name="connsiteX29" fmla="*/ 4211086 w 9526588"/>
              <a:gd name="connsiteY29" fmla="*/ 6610348 h 6610348"/>
              <a:gd name="connsiteX30" fmla="*/ 4147009 w 9526588"/>
              <a:gd name="connsiteY30" fmla="*/ 6610348 h 6610348"/>
              <a:gd name="connsiteX31" fmla="*/ 4051422 w 9526588"/>
              <a:gd name="connsiteY31" fmla="*/ 6610348 h 6610348"/>
              <a:gd name="connsiteX32" fmla="*/ 4013358 w 9526588"/>
              <a:gd name="connsiteY32" fmla="*/ 6610348 h 6610348"/>
              <a:gd name="connsiteX33" fmla="*/ 3918019 w 9526588"/>
              <a:gd name="connsiteY33" fmla="*/ 6610348 h 6610348"/>
              <a:gd name="connsiteX34" fmla="*/ 3740500 w 9526588"/>
              <a:gd name="connsiteY34" fmla="*/ 6610348 h 6610348"/>
              <a:gd name="connsiteX35" fmla="*/ 3670528 w 9526588"/>
              <a:gd name="connsiteY35" fmla="*/ 6610348 h 6610348"/>
              <a:gd name="connsiteX36" fmla="*/ 3633226 w 9526588"/>
              <a:gd name="connsiteY36" fmla="*/ 6610348 h 6610348"/>
              <a:gd name="connsiteX37" fmla="*/ 3512558 w 9526588"/>
              <a:gd name="connsiteY37" fmla="*/ 6610348 h 6610348"/>
              <a:gd name="connsiteX38" fmla="*/ 3377712 w 9526588"/>
              <a:gd name="connsiteY38" fmla="*/ 6610348 h 6610348"/>
              <a:gd name="connsiteX39" fmla="*/ 3304063 w 9526588"/>
              <a:gd name="connsiteY39" fmla="*/ 6610348 h 6610348"/>
              <a:gd name="connsiteX40" fmla="*/ 3227896 w 9526588"/>
              <a:gd name="connsiteY40" fmla="*/ 6610348 h 6610348"/>
              <a:gd name="connsiteX41" fmla="*/ 3062324 w 9526588"/>
              <a:gd name="connsiteY41" fmla="*/ 6610348 h 6610348"/>
              <a:gd name="connsiteX42" fmla="*/ 2913177 w 9526588"/>
              <a:gd name="connsiteY42" fmla="*/ 6610348 h 6610348"/>
              <a:gd name="connsiteX43" fmla="*/ 2880207 w 9526588"/>
              <a:gd name="connsiteY43" fmla="*/ 6610348 h 6610348"/>
              <a:gd name="connsiteX44" fmla="*/ 2628097 w 9526588"/>
              <a:gd name="connsiteY44" fmla="*/ 6610348 h 6610348"/>
              <a:gd name="connsiteX45" fmla="*/ 2347367 w 9526588"/>
              <a:gd name="connsiteY45" fmla="*/ 6610348 h 6610348"/>
              <a:gd name="connsiteX46" fmla="*/ 2036479 w 9526588"/>
              <a:gd name="connsiteY46" fmla="*/ 6610348 h 6610348"/>
              <a:gd name="connsiteX47" fmla="*/ 1693893 w 9526588"/>
              <a:gd name="connsiteY47" fmla="*/ 6610348 h 6610348"/>
              <a:gd name="connsiteX48" fmla="*/ 1318072 w 9526588"/>
              <a:gd name="connsiteY48" fmla="*/ 6610348 h 6610348"/>
              <a:gd name="connsiteX49" fmla="*/ 907476 w 9526588"/>
              <a:gd name="connsiteY49" fmla="*/ 6610348 h 6610348"/>
              <a:gd name="connsiteX50" fmla="*/ 460566 w 9526588"/>
              <a:gd name="connsiteY50" fmla="*/ 6610348 h 6610348"/>
              <a:gd name="connsiteX51" fmla="*/ 0 w 9526588"/>
              <a:gd name="connsiteY51" fmla="*/ 6610348 h 6610348"/>
              <a:gd name="connsiteX52" fmla="*/ 0 w 9526588"/>
              <a:gd name="connsiteY52" fmla="*/ 505 h 6610348"/>
              <a:gd name="connsiteX53" fmla="*/ 2276675 w 9526588"/>
              <a:gd name="connsiteY53" fmla="*/ 505 h 6610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9526588" h="6610348">
                <a:moveTo>
                  <a:pt x="2286692" y="0"/>
                </a:moveTo>
                <a:lnTo>
                  <a:pt x="9526588" y="0"/>
                </a:lnTo>
                <a:lnTo>
                  <a:pt x="9526588" y="4298641"/>
                </a:lnTo>
                <a:lnTo>
                  <a:pt x="9514609" y="4535138"/>
                </a:lnTo>
                <a:cubicBezTo>
                  <a:pt x="9395793" y="5701514"/>
                  <a:pt x="8408006" y="6610348"/>
                  <a:pt x="7215684" y="6610348"/>
                </a:cubicBezTo>
                <a:lnTo>
                  <a:pt x="7210054" y="6610348"/>
                </a:lnTo>
                <a:lnTo>
                  <a:pt x="7196684" y="6610348"/>
                </a:lnTo>
                <a:lnTo>
                  <a:pt x="7170647" y="6610348"/>
                </a:lnTo>
                <a:lnTo>
                  <a:pt x="7127722" y="6610348"/>
                </a:lnTo>
                <a:lnTo>
                  <a:pt x="7063685" y="6610348"/>
                </a:lnTo>
                <a:lnTo>
                  <a:pt x="6974316" y="6610348"/>
                </a:lnTo>
                <a:lnTo>
                  <a:pt x="6855391" y="6610348"/>
                </a:lnTo>
                <a:lnTo>
                  <a:pt x="6702689" y="6610348"/>
                </a:lnTo>
                <a:lnTo>
                  <a:pt x="6511987" y="6610348"/>
                </a:lnTo>
                <a:lnTo>
                  <a:pt x="6401066" y="6610348"/>
                </a:lnTo>
                <a:lnTo>
                  <a:pt x="6279063" y="6610348"/>
                </a:lnTo>
                <a:lnTo>
                  <a:pt x="6145448" y="6610348"/>
                </a:lnTo>
                <a:lnTo>
                  <a:pt x="5999695" y="6610348"/>
                </a:lnTo>
                <a:lnTo>
                  <a:pt x="5841275" y="6610348"/>
                </a:lnTo>
                <a:lnTo>
                  <a:pt x="5669661" y="6610348"/>
                </a:lnTo>
                <a:lnTo>
                  <a:pt x="5484325" y="6610348"/>
                </a:lnTo>
                <a:lnTo>
                  <a:pt x="5284739" y="6610348"/>
                </a:lnTo>
                <a:lnTo>
                  <a:pt x="5070375" y="6610348"/>
                </a:lnTo>
                <a:lnTo>
                  <a:pt x="4840706" y="6610348"/>
                </a:lnTo>
                <a:lnTo>
                  <a:pt x="4595204" y="6610348"/>
                </a:lnTo>
                <a:lnTo>
                  <a:pt x="4333341" y="6610348"/>
                </a:lnTo>
                <a:lnTo>
                  <a:pt x="4278312" y="6610348"/>
                </a:lnTo>
                <a:lnTo>
                  <a:pt x="4269908" y="6610348"/>
                </a:lnTo>
                <a:lnTo>
                  <a:pt x="4249951" y="6610348"/>
                </a:lnTo>
                <a:lnTo>
                  <a:pt x="4211086" y="6610348"/>
                </a:lnTo>
                <a:lnTo>
                  <a:pt x="4147009" y="6610348"/>
                </a:lnTo>
                <a:lnTo>
                  <a:pt x="4051422" y="6610348"/>
                </a:lnTo>
                <a:lnTo>
                  <a:pt x="4013358" y="6610348"/>
                </a:lnTo>
                <a:lnTo>
                  <a:pt x="3918019" y="6610348"/>
                </a:lnTo>
                <a:lnTo>
                  <a:pt x="3740500" y="6610348"/>
                </a:lnTo>
                <a:lnTo>
                  <a:pt x="3670528" y="6610348"/>
                </a:lnTo>
                <a:lnTo>
                  <a:pt x="3633226" y="6610348"/>
                </a:lnTo>
                <a:lnTo>
                  <a:pt x="3512558" y="6610348"/>
                </a:lnTo>
                <a:lnTo>
                  <a:pt x="3377712" y="6610348"/>
                </a:lnTo>
                <a:lnTo>
                  <a:pt x="3304063" y="6610348"/>
                </a:lnTo>
                <a:lnTo>
                  <a:pt x="3227896" y="6610348"/>
                </a:lnTo>
                <a:lnTo>
                  <a:pt x="3062324" y="6610348"/>
                </a:lnTo>
                <a:lnTo>
                  <a:pt x="2913177" y="6610348"/>
                </a:lnTo>
                <a:lnTo>
                  <a:pt x="2880207" y="6610348"/>
                </a:lnTo>
                <a:lnTo>
                  <a:pt x="2628097" y="6610348"/>
                </a:lnTo>
                <a:lnTo>
                  <a:pt x="2347367" y="6610348"/>
                </a:lnTo>
                <a:lnTo>
                  <a:pt x="2036479" y="6610348"/>
                </a:lnTo>
                <a:lnTo>
                  <a:pt x="1693893" y="6610348"/>
                </a:lnTo>
                <a:lnTo>
                  <a:pt x="1318072" y="6610348"/>
                </a:lnTo>
                <a:lnTo>
                  <a:pt x="907476" y="6610348"/>
                </a:lnTo>
                <a:lnTo>
                  <a:pt x="460566" y="6610348"/>
                </a:lnTo>
                <a:lnTo>
                  <a:pt x="0" y="6610348"/>
                </a:lnTo>
                <a:lnTo>
                  <a:pt x="0" y="505"/>
                </a:lnTo>
                <a:lnTo>
                  <a:pt x="2276675" y="50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5400000" anchor="ctr">
            <a:noAutofit/>
          </a:bodyPr>
          <a:lstStyle>
            <a:lvl1pPr algn="l">
              <a:tabLst>
                <a:tab pos="3618012" algn="l"/>
              </a:tabLs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8A50101-C94A-4321-970A-2374798E2A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0462" y="1336478"/>
            <a:ext cx="4051101" cy="1619250"/>
          </a:xfrm>
        </p:spPr>
        <p:txBody>
          <a:bodyPr tIns="0" anchor="b"/>
          <a:lstStyle>
            <a:lvl1pPr>
              <a:defRPr sz="3000">
                <a:solidFill>
                  <a:schemeClr val="bg1"/>
                </a:solidFill>
              </a:defRPr>
            </a:lvl1pPr>
            <a:lvl2pPr>
              <a:defRPr sz="3000">
                <a:solidFill>
                  <a:schemeClr val="bg1"/>
                </a:solidFill>
              </a:defRPr>
            </a:lvl2pPr>
            <a:lvl3pPr>
              <a:defRPr sz="3000">
                <a:solidFill>
                  <a:schemeClr val="bg1"/>
                </a:solidFill>
              </a:defRPr>
            </a:lvl3pPr>
            <a:lvl4pPr>
              <a:defRPr sz="3000">
                <a:solidFill>
                  <a:schemeClr val="bg1"/>
                </a:solidFill>
              </a:defRPr>
            </a:lvl4pPr>
            <a:lvl5pPr>
              <a:defRPr sz="3000">
                <a:solidFill>
                  <a:schemeClr val="bg1"/>
                </a:solidFill>
              </a:defRPr>
            </a:lvl5pPr>
            <a:lvl6pPr>
              <a:defRPr sz="3000">
                <a:solidFill>
                  <a:schemeClr val="bg1"/>
                </a:solidFill>
              </a:defRPr>
            </a:lvl6pPr>
            <a:lvl7pPr>
              <a:defRPr sz="3000">
                <a:solidFill>
                  <a:schemeClr val="bg1"/>
                </a:solidFill>
              </a:defRPr>
            </a:lvl7pPr>
            <a:lvl8pPr>
              <a:defRPr sz="3000">
                <a:solidFill>
                  <a:schemeClr val="bg1"/>
                </a:solidFill>
              </a:defRPr>
            </a:lvl8pPr>
            <a:lvl9pPr>
              <a:defRPr sz="30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D2CBB13D-0881-40B8-B5A5-BE34FBF42B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3362028"/>
            <a:ext cx="3644802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BD985-D4A6-40BF-93A3-9A2436B55D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3632028"/>
            <a:ext cx="3644802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D06D821A-CCF3-463C-8C19-F9AD6A3FD3D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2" y="3971926"/>
            <a:ext cx="3644802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bg1"/>
                </a:solidFill>
              </a:defRPr>
            </a:lvl1pPr>
            <a:lvl2pPr marL="0">
              <a:defRPr sz="1500">
                <a:solidFill>
                  <a:schemeClr val="bg1"/>
                </a:solidFill>
              </a:defRPr>
            </a:lvl2pPr>
            <a:lvl3pPr marL="0">
              <a:defRPr sz="1500">
                <a:solidFill>
                  <a:schemeClr val="bg1"/>
                </a:solidFill>
              </a:defRPr>
            </a:lvl3pPr>
            <a:lvl4pPr marL="0">
              <a:defRPr sz="1500">
                <a:solidFill>
                  <a:schemeClr val="bg1"/>
                </a:solidFill>
              </a:defRPr>
            </a:lvl4pPr>
            <a:lvl5pPr marL="0">
              <a:defRPr sz="1500">
                <a:solidFill>
                  <a:schemeClr val="bg1"/>
                </a:solidFill>
              </a:defRPr>
            </a:lvl5pPr>
            <a:lvl6pPr marL="0">
              <a:defRPr sz="1500">
                <a:solidFill>
                  <a:schemeClr val="bg1"/>
                </a:solidFill>
              </a:defRPr>
            </a:lvl6pPr>
            <a:lvl7pPr marL="0">
              <a:defRPr sz="1500">
                <a:solidFill>
                  <a:schemeClr val="bg1"/>
                </a:solidFill>
              </a:defRPr>
            </a:lvl7pPr>
            <a:lvl8pPr marL="0">
              <a:defRPr sz="1500">
                <a:solidFill>
                  <a:schemeClr val="bg1"/>
                </a:solidFill>
              </a:defRPr>
            </a:lvl8pPr>
            <a:lvl9pPr marL="0">
              <a:defRPr sz="1500">
                <a:solidFill>
                  <a:schemeClr val="bg1"/>
                </a:solidFill>
              </a:defRPr>
            </a:lvl9pPr>
          </a:lstStyle>
          <a:p>
            <a:fld id="{7E9B95C0-0D0A-4C14-828F-128EC69DBA1E}" type="datetime1">
              <a:rPr lang="de-DE" smtClean="0"/>
              <a:t>16.06.2026</a:t>
            </a:fld>
            <a:endParaRPr lang="de-DE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D2153CA-FF4D-4B2A-A2B1-AB817760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1" y="4227910"/>
            <a:ext cx="3644802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grpSp>
        <p:nvGrpSpPr>
          <p:cNvPr id="17" name="Group 4">
            <a:extLst>
              <a:ext uri="{FF2B5EF4-FFF2-40B4-BE49-F238E27FC236}">
                <a16:creationId xmlns:a16="http://schemas.microsoft.com/office/drawing/2014/main" id="{DE6C023A-0B17-46B3-942D-B6B97FCA1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10343555" y="932577"/>
            <a:ext cx="1017984" cy="1003587"/>
            <a:chOff x="1648" y="-1"/>
            <a:chExt cx="4384" cy="4322"/>
          </a:xfrm>
          <a:solidFill>
            <a:schemeClr val="bg1"/>
          </a:solidFill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2D43F546-F780-4FAC-B5A5-3E8F0FCE95CB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B1639413-5423-4FCD-810E-12E35CE6085C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65309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 Bild rund + Farbfläche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874699E-5303-426C-AFA1-7BA2A2FB1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24AF45B-548B-4DE7-97DE-4B6AB2F829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373"/>
            <a:ext cx="8931176" cy="6857628"/>
          </a:xfrm>
          <a:custGeom>
            <a:avLst/>
            <a:gdLst>
              <a:gd name="connsiteX0" fmla="*/ 0 w 9526588"/>
              <a:gd name="connsiteY0" fmla="*/ 0 h 7314803"/>
              <a:gd name="connsiteX1" fmla="*/ 333388 w 9526588"/>
              <a:gd name="connsiteY1" fmla="*/ 0 h 7314803"/>
              <a:gd name="connsiteX2" fmla="*/ 2171911 w 9526588"/>
              <a:gd name="connsiteY2" fmla="*/ 0 h 7314803"/>
              <a:gd name="connsiteX3" fmla="*/ 2208395 w 9526588"/>
              <a:gd name="connsiteY3" fmla="*/ 0 h 7314803"/>
              <a:gd name="connsiteX4" fmla="*/ 2373436 w 9526588"/>
              <a:gd name="connsiteY4" fmla="*/ 0 h 7314803"/>
              <a:gd name="connsiteX5" fmla="*/ 2556652 w 9526588"/>
              <a:gd name="connsiteY5" fmla="*/ 0 h 7314803"/>
              <a:gd name="connsiteX6" fmla="*/ 2640937 w 9526588"/>
              <a:gd name="connsiteY6" fmla="*/ 0 h 7314803"/>
              <a:gd name="connsiteX7" fmla="*/ 2722434 w 9526588"/>
              <a:gd name="connsiteY7" fmla="*/ 0 h 7314803"/>
              <a:gd name="connsiteX8" fmla="*/ 2871651 w 9526588"/>
              <a:gd name="connsiteY8" fmla="*/ 0 h 7314803"/>
              <a:gd name="connsiteX9" fmla="*/ 3005178 w 9526588"/>
              <a:gd name="connsiteY9" fmla="*/ 0 h 7314803"/>
              <a:gd name="connsiteX10" fmla="*/ 3046456 w 9526588"/>
              <a:gd name="connsiteY10" fmla="*/ 0 h 7314803"/>
              <a:gd name="connsiteX11" fmla="*/ 3123883 w 9526588"/>
              <a:gd name="connsiteY11" fmla="*/ 0 h 7314803"/>
              <a:gd name="connsiteX12" fmla="*/ 3320322 w 9526588"/>
              <a:gd name="connsiteY12" fmla="*/ 0 h 7314803"/>
              <a:gd name="connsiteX13" fmla="*/ 3425820 w 9526588"/>
              <a:gd name="connsiteY13" fmla="*/ 0 h 7314803"/>
              <a:gd name="connsiteX14" fmla="*/ 3467941 w 9526588"/>
              <a:gd name="connsiteY14" fmla="*/ 0 h 7314803"/>
              <a:gd name="connsiteX15" fmla="*/ 3573716 w 9526588"/>
              <a:gd name="connsiteY15" fmla="*/ 0 h 7314803"/>
              <a:gd name="connsiteX16" fmla="*/ 3644619 w 9526588"/>
              <a:gd name="connsiteY16" fmla="*/ 0 h 7314803"/>
              <a:gd name="connsiteX17" fmla="*/ 3687627 w 9526588"/>
              <a:gd name="connsiteY17" fmla="*/ 0 h 7314803"/>
              <a:gd name="connsiteX18" fmla="*/ 3709711 w 9526588"/>
              <a:gd name="connsiteY18" fmla="*/ 0 h 7314803"/>
              <a:gd name="connsiteX19" fmla="*/ 3719010 w 9526588"/>
              <a:gd name="connsiteY19" fmla="*/ 0 h 7314803"/>
              <a:gd name="connsiteX20" fmla="*/ 3779903 w 9526588"/>
              <a:gd name="connsiteY20" fmla="*/ 0 h 7314803"/>
              <a:gd name="connsiteX21" fmla="*/ 6969413 w 9526588"/>
              <a:gd name="connsiteY21" fmla="*/ 0 h 7314803"/>
              <a:gd name="connsiteX22" fmla="*/ 9526588 w 9526588"/>
              <a:gd name="connsiteY22" fmla="*/ 2558084 h 7314803"/>
              <a:gd name="connsiteX23" fmla="*/ 9526588 w 9526588"/>
              <a:gd name="connsiteY23" fmla="*/ 7314803 h 7314803"/>
              <a:gd name="connsiteX24" fmla="*/ 6312669 w 9526588"/>
              <a:gd name="connsiteY24" fmla="*/ 7314803 h 7314803"/>
              <a:gd name="connsiteX25" fmla="*/ 6276186 w 9526588"/>
              <a:gd name="connsiteY25" fmla="*/ 7314803 h 7314803"/>
              <a:gd name="connsiteX26" fmla="*/ 6111146 w 9526588"/>
              <a:gd name="connsiteY26" fmla="*/ 7314803 h 7314803"/>
              <a:gd name="connsiteX27" fmla="*/ 5927928 w 9526588"/>
              <a:gd name="connsiteY27" fmla="*/ 7314803 h 7314803"/>
              <a:gd name="connsiteX28" fmla="*/ 5843643 w 9526588"/>
              <a:gd name="connsiteY28" fmla="*/ 7314803 h 7314803"/>
              <a:gd name="connsiteX29" fmla="*/ 5762148 w 9526588"/>
              <a:gd name="connsiteY29" fmla="*/ 7314803 h 7314803"/>
              <a:gd name="connsiteX30" fmla="*/ 5479404 w 9526588"/>
              <a:gd name="connsiteY30" fmla="*/ 7314803 h 7314803"/>
              <a:gd name="connsiteX31" fmla="*/ 5438127 w 9526588"/>
              <a:gd name="connsiteY31" fmla="*/ 7314803 h 7314803"/>
              <a:gd name="connsiteX32" fmla="*/ 5360698 w 9526588"/>
              <a:gd name="connsiteY32" fmla="*/ 7314803 h 7314803"/>
              <a:gd name="connsiteX33" fmla="*/ 5164260 w 9526588"/>
              <a:gd name="connsiteY33" fmla="*/ 7314803 h 7314803"/>
              <a:gd name="connsiteX34" fmla="*/ 5058762 w 9526588"/>
              <a:gd name="connsiteY34" fmla="*/ 7314803 h 7314803"/>
              <a:gd name="connsiteX35" fmla="*/ 5016640 w 9526588"/>
              <a:gd name="connsiteY35" fmla="*/ 7314803 h 7314803"/>
              <a:gd name="connsiteX36" fmla="*/ 4765571 w 9526588"/>
              <a:gd name="connsiteY36" fmla="*/ 7314803 h 7314803"/>
              <a:gd name="connsiteX37" fmla="*/ 4704679 w 9526588"/>
              <a:gd name="connsiteY37" fmla="*/ 7314803 h 7314803"/>
              <a:gd name="connsiteX38" fmla="*/ 1515167 w 9526588"/>
              <a:gd name="connsiteY38" fmla="*/ 7314803 h 7314803"/>
              <a:gd name="connsiteX39" fmla="*/ 1504062 w 9526588"/>
              <a:gd name="connsiteY39" fmla="*/ 7314243 h 7314803"/>
              <a:gd name="connsiteX40" fmla="*/ 0 w 9526588"/>
              <a:gd name="connsiteY40" fmla="*/ 7314243 h 7314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526588" h="7314803">
                <a:moveTo>
                  <a:pt x="0" y="0"/>
                </a:moveTo>
                <a:lnTo>
                  <a:pt x="333388" y="0"/>
                </a:lnTo>
                <a:cubicBezTo>
                  <a:pt x="1111266" y="0"/>
                  <a:pt x="1710420" y="0"/>
                  <a:pt x="2171911" y="0"/>
                </a:cubicBezTo>
                <a:lnTo>
                  <a:pt x="2208395" y="0"/>
                </a:lnTo>
                <a:lnTo>
                  <a:pt x="2373436" y="0"/>
                </a:lnTo>
                <a:lnTo>
                  <a:pt x="2556652" y="0"/>
                </a:lnTo>
                <a:lnTo>
                  <a:pt x="2640937" y="0"/>
                </a:lnTo>
                <a:lnTo>
                  <a:pt x="2722434" y="0"/>
                </a:lnTo>
                <a:lnTo>
                  <a:pt x="2871651" y="0"/>
                </a:lnTo>
                <a:lnTo>
                  <a:pt x="3005178" y="0"/>
                </a:lnTo>
                <a:lnTo>
                  <a:pt x="3046456" y="0"/>
                </a:lnTo>
                <a:lnTo>
                  <a:pt x="3123883" y="0"/>
                </a:lnTo>
                <a:lnTo>
                  <a:pt x="3320322" y="0"/>
                </a:lnTo>
                <a:lnTo>
                  <a:pt x="3425820" y="0"/>
                </a:lnTo>
                <a:lnTo>
                  <a:pt x="3467941" y="0"/>
                </a:lnTo>
                <a:lnTo>
                  <a:pt x="3573716" y="0"/>
                </a:lnTo>
                <a:lnTo>
                  <a:pt x="3644619" y="0"/>
                </a:lnTo>
                <a:lnTo>
                  <a:pt x="3687627" y="0"/>
                </a:lnTo>
                <a:lnTo>
                  <a:pt x="3709711" y="0"/>
                </a:lnTo>
                <a:lnTo>
                  <a:pt x="3719010" y="0"/>
                </a:lnTo>
                <a:lnTo>
                  <a:pt x="3779903" y="0"/>
                </a:lnTo>
                <a:cubicBezTo>
                  <a:pt x="6969413" y="0"/>
                  <a:pt x="6969413" y="0"/>
                  <a:pt x="6969413" y="0"/>
                </a:cubicBezTo>
                <a:cubicBezTo>
                  <a:pt x="8376758" y="0"/>
                  <a:pt x="9526588" y="1144249"/>
                  <a:pt x="9526588" y="2558084"/>
                </a:cubicBezTo>
                <a:lnTo>
                  <a:pt x="9526588" y="7314803"/>
                </a:lnTo>
                <a:cubicBezTo>
                  <a:pt x="8038770" y="7314803"/>
                  <a:pt x="7015896" y="7314803"/>
                  <a:pt x="6312669" y="7314803"/>
                </a:cubicBezTo>
                <a:lnTo>
                  <a:pt x="6276186" y="7314803"/>
                </a:lnTo>
                <a:lnTo>
                  <a:pt x="6111146" y="7314803"/>
                </a:lnTo>
                <a:cubicBezTo>
                  <a:pt x="6047070" y="7314803"/>
                  <a:pt x="5986047" y="7314803"/>
                  <a:pt x="5927928" y="7314803"/>
                </a:cubicBezTo>
                <a:lnTo>
                  <a:pt x="5843643" y="7314803"/>
                </a:lnTo>
                <a:lnTo>
                  <a:pt x="5762148" y="7314803"/>
                </a:lnTo>
                <a:cubicBezTo>
                  <a:pt x="5657245" y="7314803"/>
                  <a:pt x="5563384" y="7314803"/>
                  <a:pt x="5479404" y="7314803"/>
                </a:cubicBezTo>
                <a:lnTo>
                  <a:pt x="5438127" y="7314803"/>
                </a:lnTo>
                <a:lnTo>
                  <a:pt x="5360698" y="7314803"/>
                </a:lnTo>
                <a:cubicBezTo>
                  <a:pt x="5286307" y="7314803"/>
                  <a:pt x="5221215" y="7314803"/>
                  <a:pt x="5164260" y="7314803"/>
                </a:cubicBezTo>
                <a:lnTo>
                  <a:pt x="5058762" y="7314803"/>
                </a:lnTo>
                <a:lnTo>
                  <a:pt x="5016640" y="7314803"/>
                </a:lnTo>
                <a:cubicBezTo>
                  <a:pt x="4765571" y="7314803"/>
                  <a:pt x="4765571" y="7314803"/>
                  <a:pt x="4765571" y="7314803"/>
                </a:cubicBezTo>
                <a:lnTo>
                  <a:pt x="4704679" y="7314803"/>
                </a:lnTo>
                <a:cubicBezTo>
                  <a:pt x="1515167" y="7314803"/>
                  <a:pt x="1515167" y="7314803"/>
                  <a:pt x="1515167" y="7314803"/>
                </a:cubicBezTo>
                <a:lnTo>
                  <a:pt x="1504062" y="7314243"/>
                </a:lnTo>
                <a:lnTo>
                  <a:pt x="0" y="731424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5400000" anchor="ctr">
            <a:noAutofit/>
          </a:bodyPr>
          <a:lstStyle>
            <a:lvl1pPr algn="l">
              <a:tabLst>
                <a:tab pos="3618012" algn="l"/>
              </a:tabLs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21" name="Titel 7">
            <a:extLst>
              <a:ext uri="{FF2B5EF4-FFF2-40B4-BE49-F238E27FC236}">
                <a16:creationId xmlns:a16="http://schemas.microsoft.com/office/drawing/2014/main" id="{8F64F31C-DF88-417D-A5F1-5709DA26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0462" y="1336478"/>
            <a:ext cx="4051101" cy="1619250"/>
          </a:xfrm>
        </p:spPr>
        <p:txBody>
          <a:bodyPr tIns="0" anchor="b"/>
          <a:lstStyle>
            <a:lvl1pPr>
              <a:defRPr sz="3000">
                <a:solidFill>
                  <a:schemeClr val="bg1"/>
                </a:solidFill>
              </a:defRPr>
            </a:lvl1pPr>
            <a:lvl2pPr>
              <a:defRPr sz="3000">
                <a:solidFill>
                  <a:schemeClr val="bg1"/>
                </a:solidFill>
              </a:defRPr>
            </a:lvl2pPr>
            <a:lvl3pPr>
              <a:defRPr sz="3000">
                <a:solidFill>
                  <a:schemeClr val="bg1"/>
                </a:solidFill>
              </a:defRPr>
            </a:lvl3pPr>
            <a:lvl4pPr>
              <a:defRPr sz="3000">
                <a:solidFill>
                  <a:schemeClr val="bg1"/>
                </a:solidFill>
              </a:defRPr>
            </a:lvl4pPr>
            <a:lvl5pPr>
              <a:defRPr sz="3000">
                <a:solidFill>
                  <a:schemeClr val="bg1"/>
                </a:solidFill>
              </a:defRPr>
            </a:lvl5pPr>
            <a:lvl6pPr>
              <a:defRPr sz="3000">
                <a:solidFill>
                  <a:schemeClr val="bg1"/>
                </a:solidFill>
              </a:defRPr>
            </a:lvl6pPr>
            <a:lvl7pPr>
              <a:defRPr sz="3000">
                <a:solidFill>
                  <a:schemeClr val="bg1"/>
                </a:solidFill>
              </a:defRPr>
            </a:lvl7pPr>
            <a:lvl8pPr>
              <a:defRPr sz="3000">
                <a:solidFill>
                  <a:schemeClr val="bg1"/>
                </a:solidFill>
              </a:defRPr>
            </a:lvl8pPr>
            <a:lvl9pPr>
              <a:defRPr sz="30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D2CBB13D-0881-40B8-B5A5-BE34FBF42B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3362028"/>
            <a:ext cx="3644801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BD985-D4A6-40BF-93A3-9A2436B55D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3632028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D06D821A-CCF3-463C-8C19-F9AD6A3FD3D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2" y="3971926"/>
            <a:ext cx="3644801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bg1"/>
                </a:solidFill>
              </a:defRPr>
            </a:lvl1pPr>
            <a:lvl2pPr marL="0">
              <a:defRPr sz="1500">
                <a:solidFill>
                  <a:schemeClr val="bg1"/>
                </a:solidFill>
              </a:defRPr>
            </a:lvl2pPr>
            <a:lvl3pPr marL="0">
              <a:defRPr sz="1500">
                <a:solidFill>
                  <a:schemeClr val="bg1"/>
                </a:solidFill>
              </a:defRPr>
            </a:lvl3pPr>
            <a:lvl4pPr marL="0">
              <a:defRPr sz="1500">
                <a:solidFill>
                  <a:schemeClr val="bg1"/>
                </a:solidFill>
              </a:defRPr>
            </a:lvl4pPr>
            <a:lvl5pPr marL="0">
              <a:defRPr sz="1500">
                <a:solidFill>
                  <a:schemeClr val="bg1"/>
                </a:solidFill>
              </a:defRPr>
            </a:lvl5pPr>
            <a:lvl6pPr marL="0">
              <a:defRPr sz="1500">
                <a:solidFill>
                  <a:schemeClr val="bg1"/>
                </a:solidFill>
              </a:defRPr>
            </a:lvl6pPr>
            <a:lvl7pPr marL="0">
              <a:defRPr sz="1500">
                <a:solidFill>
                  <a:schemeClr val="bg1"/>
                </a:solidFill>
              </a:defRPr>
            </a:lvl7pPr>
            <a:lvl8pPr marL="0">
              <a:defRPr sz="1500">
                <a:solidFill>
                  <a:schemeClr val="bg1"/>
                </a:solidFill>
              </a:defRPr>
            </a:lvl8pPr>
            <a:lvl9pPr marL="0">
              <a:defRPr sz="1500">
                <a:solidFill>
                  <a:schemeClr val="bg1"/>
                </a:solidFill>
              </a:defRPr>
            </a:lvl9pPr>
          </a:lstStyle>
          <a:p>
            <a:fld id="{284DFCAB-B081-4865-85E7-A9093039F2D5}" type="datetime1">
              <a:rPr lang="de-DE" smtClean="0"/>
              <a:t>16.06.2026</a:t>
            </a:fld>
            <a:endParaRPr lang="de-DE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D2153CA-FF4D-4B2A-A2B1-AB817760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1" y="4227910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0A7937AE-3A24-486B-8576-CE814E92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10343555" y="932577"/>
            <a:ext cx="1017984" cy="1003587"/>
            <a:chOff x="1648" y="-1"/>
            <a:chExt cx="4384" cy="4322"/>
          </a:xfrm>
          <a:solidFill>
            <a:schemeClr val="bg1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F352291C-E702-41C9-9BF0-01542DBC5143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DEFEEBE7-35C8-4FD5-81FE-6715A9EC46EB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6237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er Bild + Rahmen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7020000" t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58000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9497BAEC-03BD-4506-977D-146709F66158}" type="datetime1">
              <a:rPr lang="de-DE" smtClean="0"/>
              <a:t>16.06.2026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7849F2E-9125-4728-AFC4-61A227BEE9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033230" y="596198"/>
            <a:ext cx="4860000" cy="4860000"/>
          </a:xfrm>
          <a:ln w="438150">
            <a:gradFill>
              <a:gsLst>
                <a:gs pos="15000">
                  <a:schemeClr val="bg2">
                    <a:alpha val="80000"/>
                  </a:schemeClr>
                </a:gs>
                <a:gs pos="100000">
                  <a:schemeClr val="tx2">
                    <a:alpha val="80000"/>
                  </a:schemeClr>
                </a:gs>
              </a:gsLst>
              <a:lin ang="18600000" scaled="0"/>
            </a:gradFill>
            <a:miter lim="800000"/>
          </a:ln>
        </p:spPr>
        <p:txBody>
          <a:bodyPr lIns="648000" tIns="648000" rIns="648000" bIns="648000"/>
          <a:lstStyle>
            <a:lvl1pPr>
              <a:defRPr sz="3000">
                <a:solidFill>
                  <a:schemeClr val="bg1"/>
                </a:solidFill>
              </a:defRPr>
            </a:lvl1pPr>
            <a:lvl2pPr>
              <a:defRPr sz="3000">
                <a:solidFill>
                  <a:schemeClr val="bg1"/>
                </a:solidFill>
              </a:defRPr>
            </a:lvl2pPr>
            <a:lvl3pPr>
              <a:defRPr sz="3000">
                <a:solidFill>
                  <a:schemeClr val="bg1"/>
                </a:solidFill>
              </a:defRPr>
            </a:lvl3pPr>
            <a:lvl4pPr>
              <a:defRPr sz="3000">
                <a:solidFill>
                  <a:schemeClr val="bg1"/>
                </a:solidFill>
              </a:defRPr>
            </a:lvl4pPr>
            <a:lvl5pPr>
              <a:defRPr sz="3000">
                <a:solidFill>
                  <a:schemeClr val="bg1"/>
                </a:solidFill>
              </a:defRPr>
            </a:lvl5pPr>
            <a:lvl6pPr>
              <a:defRPr sz="3000">
                <a:solidFill>
                  <a:schemeClr val="bg1"/>
                </a:solidFill>
              </a:defRPr>
            </a:lvl6pPr>
            <a:lvl7pPr>
              <a:defRPr sz="3000">
                <a:solidFill>
                  <a:schemeClr val="bg1"/>
                </a:solidFill>
              </a:defRPr>
            </a:lvl7pPr>
            <a:lvl8pPr>
              <a:defRPr sz="3000">
                <a:solidFill>
                  <a:schemeClr val="bg1"/>
                </a:solidFill>
              </a:defRPr>
            </a:lvl8pPr>
            <a:lvl9pPr>
              <a:defRPr sz="3000">
                <a:solidFill>
                  <a:schemeClr val="bg1"/>
                </a:solidFill>
              </a:defRPr>
            </a:lvl9pPr>
          </a:lstStyle>
          <a:p>
            <a:pPr lvl="8"/>
            <a:r>
              <a:rPr lang="de-DE" sz="3000" noProof="1">
                <a:solidFill>
                  <a:schemeClr val="bg1"/>
                </a:solidFill>
                <a:latin typeface="Compatil DATEV" panose="02060503060505020203" pitchFamily="18" charset="0"/>
              </a:rPr>
              <a:t>Dies ist ein Kapitel-trenner mit einem mehrzeiligen</a:t>
            </a:r>
            <a:br>
              <a:rPr lang="de-DE" sz="3000" noProof="1">
                <a:solidFill>
                  <a:schemeClr val="bg1"/>
                </a:solidFill>
                <a:latin typeface="Compatil DATEV" panose="02060503060505020203" pitchFamily="18" charset="0"/>
              </a:rPr>
            </a:br>
            <a:r>
              <a:rPr lang="de-DE" sz="3000" noProof="1">
                <a:solidFill>
                  <a:schemeClr val="bg1"/>
                </a:solidFill>
                <a:latin typeface="Compatil DATEV" panose="02060503060505020203" pitchFamily="18" charset="0"/>
              </a:rPr>
              <a:t>Folientitel.</a:t>
            </a:r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92A4D87-921B-4296-AA3B-2C75246BF4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1640086" y="4171653"/>
            <a:ext cx="3646289" cy="809625"/>
          </a:xfrm>
        </p:spPr>
        <p:txBody>
          <a:bodyPr/>
          <a:lstStyle>
            <a:lvl1pPr marL="0" indent="0">
              <a:spcBef>
                <a:spcPts val="469"/>
              </a:spcBef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1pPr>
            <a:lvl2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4" name="SmartArt-Platzhalter 15">
            <a:extLst>
              <a:ext uri="{FF2B5EF4-FFF2-40B4-BE49-F238E27FC236}">
                <a16:creationId xmlns:a16="http://schemas.microsoft.com/office/drawing/2014/main" id="{521ACEF8-527C-4325-ADB1-2864EBC8A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39655704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nner Bild + Rahmen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900000" tIns="0" r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2" name="SmartArt-Platzhalter 31">
            <a:extLst>
              <a:ext uri="{FF2B5EF4-FFF2-40B4-BE49-F238E27FC236}">
                <a16:creationId xmlns:a16="http://schemas.microsoft.com/office/drawing/2014/main" id="{AFBAAFFB-6DD3-4F46-AE79-A1AE53E1A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6" hasCustomPrompt="1"/>
          </p:nvPr>
        </p:nvSpPr>
        <p:spPr>
          <a:xfrm>
            <a:off x="6096000" y="1741290"/>
            <a:ext cx="6096000" cy="5116711"/>
          </a:xfrm>
          <a:blipFill dpi="0" rotWithShape="1">
            <a:blip cstate="screen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 l="-110" t="1" r="-312" b="-425"/>
            </a:stretch>
          </a:blip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10145999" y="6858000"/>
            <a:ext cx="810727" cy="255984"/>
          </a:xfrm>
          <a:prstGeom prst="rect">
            <a:avLst/>
          </a:prstGeom>
        </p:spPr>
        <p:txBody>
          <a:bodyPr tIns="0"/>
          <a:lstStyle>
            <a:lvl1pPr algn="l">
              <a:defRPr sz="750">
                <a:noFill/>
              </a:defRPr>
            </a:lvl1pPr>
          </a:lstStyle>
          <a:p>
            <a:fld id="{7AA24620-6778-4983-932A-08C16BF33A2F}" type="datetime1">
              <a:rPr lang="de-DE" smtClean="0"/>
              <a:t>16.06.2026</a:t>
            </a:fld>
            <a:endParaRPr lang="de-DE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40CEB86-0B3B-4D7C-BC3D-84C77EB2D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6739" y="3362028"/>
            <a:ext cx="3644801" cy="1729383"/>
          </a:xfrm>
          <a:ln w="438150">
            <a:noFill/>
            <a:miter lim="800000"/>
          </a:ln>
        </p:spPr>
        <p:txBody>
          <a:bodyPr lIns="0" tIns="0" rIns="0" bIns="0" anchor="b"/>
          <a:lstStyle>
            <a:lvl1pPr>
              <a:defRPr sz="3750">
                <a:solidFill>
                  <a:schemeClr val="bg1"/>
                </a:solidFill>
              </a:defRPr>
            </a:lvl1pPr>
          </a:lstStyle>
          <a:p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4DACD6A-DABB-4609-AE47-1F7689BA09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7716738" y="5500412"/>
            <a:ext cx="3644801" cy="696792"/>
          </a:xfrm>
        </p:spPr>
        <p:txBody>
          <a:bodyPr wrap="squar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313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2" name="SmartArt-Platzhalter 15">
            <a:extLst>
              <a:ext uri="{FF2B5EF4-FFF2-40B4-BE49-F238E27FC236}">
                <a16:creationId xmlns:a16="http://schemas.microsoft.com/office/drawing/2014/main" id="{29ACF483-A369-4748-B789-ADF0C0199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1140999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nner Bild + Rahmen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hteck 28">
            <a:extLst>
              <a:ext uri="{FF2B5EF4-FFF2-40B4-BE49-F238E27FC236}">
                <a16:creationId xmlns:a16="http://schemas.microsoft.com/office/drawing/2014/main" id="{A878B80F-E061-4545-B9BC-A21DD6973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30461" y="0"/>
            <a:ext cx="11361539" cy="619720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6480000" tIns="0" r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10145999" y="6858000"/>
            <a:ext cx="810727" cy="255984"/>
          </a:xfrm>
          <a:prstGeom prst="rect">
            <a:avLst/>
          </a:prstGeom>
        </p:spPr>
        <p:txBody>
          <a:bodyPr tIns="0"/>
          <a:lstStyle>
            <a:lvl1pPr algn="l">
              <a:defRPr sz="750">
                <a:noFill/>
              </a:defRPr>
            </a:lvl1pPr>
          </a:lstStyle>
          <a:p>
            <a:fld id="{AC17B36C-53C1-4C26-A316-DD3BCD0427E9}" type="datetime1">
              <a:rPr lang="de-DE" smtClean="0"/>
              <a:t>16.06.2026</a:t>
            </a:fld>
            <a:endParaRPr lang="de-DE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40CEB86-0B3B-4D7C-BC3D-84C77EB2D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0087" y="1744267"/>
            <a:ext cx="3644801" cy="1729383"/>
          </a:xfrm>
          <a:ln w="438150">
            <a:noFill/>
            <a:miter lim="800000"/>
          </a:ln>
        </p:spPr>
        <p:txBody>
          <a:bodyPr lIns="0" tIns="0" rIns="0" bIns="0" anchor="b"/>
          <a:lstStyle>
            <a:lvl1pPr>
              <a:defRPr sz="3750">
                <a:solidFill>
                  <a:schemeClr val="bg1"/>
                </a:solidFill>
              </a:defRPr>
            </a:lvl1pPr>
          </a:lstStyle>
          <a:p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4DACD6A-DABB-4609-AE47-1F7689BA09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640086" y="3882650"/>
            <a:ext cx="3644801" cy="696792"/>
          </a:xfrm>
        </p:spPr>
        <p:txBody>
          <a:bodyPr wrap="squar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313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2" name="SmartArt-Platzhalter 15">
            <a:extLst>
              <a:ext uri="{FF2B5EF4-FFF2-40B4-BE49-F238E27FC236}">
                <a16:creationId xmlns:a16="http://schemas.microsoft.com/office/drawing/2014/main" id="{29ACF483-A369-4748-B789-ADF0C0199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180307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er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1177144-A38E-4961-81B7-E7C230F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640087" y="1336477"/>
            <a:ext cx="7291089" cy="2025551"/>
          </a:xfrm>
        </p:spPr>
        <p:txBody>
          <a:bodyPr tIns="0" anchor="b" anchorCtr="0"/>
          <a:lstStyle>
            <a:lvl1pPr defTabSz="914428">
              <a:defRPr sz="3750">
                <a:solidFill>
                  <a:schemeClr val="bg1"/>
                </a:solidFill>
              </a:defRPr>
            </a:lvl1pPr>
            <a:lvl2pPr>
              <a:defRPr sz="3750">
                <a:solidFill>
                  <a:schemeClr val="bg1"/>
                </a:solidFill>
              </a:defRPr>
            </a:lvl2pPr>
            <a:lvl3pPr>
              <a:defRPr sz="3750">
                <a:solidFill>
                  <a:schemeClr val="bg1"/>
                </a:solidFill>
              </a:defRPr>
            </a:lvl3pPr>
            <a:lvl4pPr>
              <a:defRPr sz="3750">
                <a:solidFill>
                  <a:schemeClr val="bg1"/>
                </a:solidFill>
              </a:defRPr>
            </a:lvl4pPr>
            <a:lvl5pPr>
              <a:defRPr sz="3750">
                <a:solidFill>
                  <a:schemeClr val="bg1"/>
                </a:solidFill>
              </a:defRPr>
            </a:lvl5pPr>
            <a:lvl6pPr>
              <a:defRPr sz="3750">
                <a:solidFill>
                  <a:schemeClr val="bg1"/>
                </a:solidFill>
              </a:defRPr>
            </a:lvl6pPr>
            <a:lvl7pPr>
              <a:defRPr sz="3750">
                <a:solidFill>
                  <a:schemeClr val="bg1"/>
                </a:solidFill>
              </a:defRPr>
            </a:lvl7pPr>
            <a:lvl8pPr>
              <a:defRPr sz="3750">
                <a:solidFill>
                  <a:schemeClr val="bg1"/>
                </a:solidFill>
              </a:defRPr>
            </a:lvl8pPr>
            <a:lvl9pPr>
              <a:defRPr sz="3750">
                <a:solidFill>
                  <a:schemeClr val="bg1"/>
                </a:solidFill>
              </a:defRPr>
            </a:lvl9pPr>
          </a:lstStyle>
          <a:p>
            <a:pPr defTabSz="975390"/>
            <a: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  <a:t>Dies ist ein Kapiteltrenner</a:t>
            </a:r>
            <a:b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</a:br>
            <a: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  <a:t>mit einem mehrzeiligen</a:t>
            </a:r>
            <a:b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</a:br>
            <a: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  <a:t>Folientitel.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1640086" y="3767584"/>
            <a:ext cx="4860727" cy="809625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469"/>
              </a:spcBef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469"/>
              </a:spcBef>
              <a:buClr>
                <a:schemeClr val="bg1"/>
              </a:buClr>
              <a:buFont typeface="Symbol" panose="05050102010706020507" pitchFamily="18" charset="2"/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469"/>
              </a:spcBef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469"/>
              </a:spcBef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469"/>
              </a:spcBef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C4F30EE-A6D6-4C63-8FF6-9B39D5CBD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12" name="Datumsplatzhalter 2">
            <a:extLst>
              <a:ext uri="{FF2B5EF4-FFF2-40B4-BE49-F238E27FC236}">
                <a16:creationId xmlns:a16="http://schemas.microsoft.com/office/drawing/2014/main" id="{2A5F51D2-D758-4851-B7E8-A1618481A3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602016"/>
            <a:ext cx="1215923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E087F6E2-1CD0-46D9-AFB8-1F6A0DDC6F19}" type="datetime1">
              <a:rPr lang="de-DE" smtClean="0"/>
              <a:t>16.06.2026</a:t>
            </a:fld>
            <a:endParaRPr lang="de-DE"/>
          </a:p>
        </p:txBody>
      </p:sp>
      <p:sp>
        <p:nvSpPr>
          <p:cNvPr id="14" name="Fußzeilenplatzhalter 3">
            <a:extLst>
              <a:ext uri="{FF2B5EF4-FFF2-40B4-BE49-F238E27FC236}">
                <a16:creationId xmlns:a16="http://schemas.microsoft.com/office/drawing/2014/main" id="{7BAE29E5-E026-4EA8-88D5-E6DF98220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602016"/>
            <a:ext cx="4049614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F10FF6AA-CFF0-4E66-9E7F-FB19D4F8A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602016"/>
            <a:ext cx="809625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4126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er Aufzählung Verlauf 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1177144-A38E-4961-81B7-E7C230F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0461" y="1336477"/>
            <a:ext cx="1214437" cy="80962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9pPr>
          </a:lstStyle>
          <a:p>
            <a:pPr lvl="0"/>
            <a:r>
              <a:rPr lang="de-DE"/>
              <a:t>01.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044898" y="1336477"/>
            <a:ext cx="8911829" cy="4455915"/>
          </a:xfrm>
        </p:spPr>
        <p:txBody>
          <a:bodyPr tIns="0" anchor="t" anchorCtr="0"/>
          <a:lstStyle>
            <a:lvl1pPr>
              <a:spcAft>
                <a:spcPts val="1125"/>
              </a:spcAft>
              <a:defRPr sz="5625">
                <a:solidFill>
                  <a:schemeClr val="bg1"/>
                </a:solidFill>
              </a:defRPr>
            </a:lvl1pPr>
            <a:lvl2pPr>
              <a:spcAft>
                <a:spcPts val="1125"/>
              </a:spcAft>
              <a:defRPr sz="5625">
                <a:solidFill>
                  <a:schemeClr val="bg1"/>
                </a:solidFill>
              </a:defRPr>
            </a:lvl2pPr>
            <a:lvl3pPr>
              <a:spcAft>
                <a:spcPts val="1125"/>
              </a:spcAft>
              <a:defRPr sz="5625">
                <a:solidFill>
                  <a:schemeClr val="bg1"/>
                </a:solidFill>
              </a:defRPr>
            </a:lvl3pPr>
            <a:lvl4pPr>
              <a:spcAft>
                <a:spcPts val="1125"/>
              </a:spcAft>
              <a:defRPr sz="5625">
                <a:solidFill>
                  <a:schemeClr val="bg1"/>
                </a:solidFill>
              </a:defRPr>
            </a:lvl4pPr>
            <a:lvl5pPr>
              <a:spcAft>
                <a:spcPts val="1125"/>
              </a:spcAft>
              <a:defRPr sz="5625">
                <a:solidFill>
                  <a:schemeClr val="bg1"/>
                </a:solidFill>
              </a:defRPr>
            </a:lvl5pPr>
            <a:lvl6pPr>
              <a:spcAft>
                <a:spcPts val="1125"/>
              </a:spcAft>
              <a:defRPr sz="5625">
                <a:solidFill>
                  <a:schemeClr val="bg1"/>
                </a:solidFill>
              </a:defRPr>
            </a:lvl6pPr>
            <a:lvl7pPr>
              <a:spcAft>
                <a:spcPts val="1125"/>
              </a:spcAft>
              <a:defRPr sz="5625">
                <a:solidFill>
                  <a:schemeClr val="bg1"/>
                </a:solidFill>
              </a:defRPr>
            </a:lvl7pPr>
            <a:lvl8pPr>
              <a:spcAft>
                <a:spcPts val="1125"/>
              </a:spcAft>
              <a:defRPr sz="5625">
                <a:solidFill>
                  <a:schemeClr val="bg1"/>
                </a:solidFill>
              </a:defRPr>
            </a:lvl8pPr>
            <a:lvl9pPr>
              <a:spcAft>
                <a:spcPts val="1125"/>
              </a:spcAft>
              <a:defRPr sz="5625">
                <a:solidFill>
                  <a:schemeClr val="bg1"/>
                </a:solidFill>
              </a:defRPr>
            </a:lvl9pPr>
          </a:lstStyle>
          <a:p>
            <a:pPr marL="0" marR="0" lvl="0" indent="0" algn="l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125"/>
              </a:spcAft>
              <a:buClrTx/>
              <a:buSzTx/>
              <a:buFontTx/>
              <a:buNone/>
              <a:tabLst/>
              <a:defRPr/>
            </a:pPr>
            <a:r>
              <a:rPr kumimoji="0" lang="de-DE" sz="5625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patil DATEV" panose="02060503060505020203" pitchFamily="18" charset="0"/>
                <a:ea typeface="+mj-ea"/>
                <a:cs typeface="+mj-cs"/>
              </a:rPr>
              <a:t>Dies ist ein Kapitel-</a:t>
            </a:r>
            <a:r>
              <a:rPr kumimoji="0" lang="de-DE" sz="5625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patil DATEV" panose="02060503060505020203" pitchFamily="18" charset="0"/>
                <a:ea typeface="+mj-ea"/>
                <a:cs typeface="+mj-cs"/>
              </a:rPr>
              <a:t>trenner</a:t>
            </a:r>
            <a:r>
              <a:rPr kumimoji="0" lang="de-DE" sz="5625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patil DATEV" panose="02060503060505020203" pitchFamily="18" charset="0"/>
                <a:ea typeface="+mj-ea"/>
                <a:cs typeface="+mj-cs"/>
              </a:rPr>
              <a:t>. Die Folie kann aber auch </a:t>
            </a:r>
            <a:r>
              <a:rPr lang="de-DE" sz="5625"/>
              <a:t>als Zitatfolie fungieren.</a:t>
            </a:r>
            <a:br>
              <a:rPr lang="de-DE" sz="5625"/>
            </a:br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499A10F9-25EE-42D4-A4D1-A5DB3BD50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9" name="Datumsplatzhalter 2">
            <a:extLst>
              <a:ext uri="{FF2B5EF4-FFF2-40B4-BE49-F238E27FC236}">
                <a16:creationId xmlns:a16="http://schemas.microsoft.com/office/drawing/2014/main" id="{7DCEB49B-CA3F-4A93-949C-4D83DEDA6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602016"/>
            <a:ext cx="1215923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5A86C62C-7354-4DAE-A23E-D4845F92D388}" type="datetime1">
              <a:rPr lang="de-DE" smtClean="0"/>
              <a:t>16.06.2026</a:t>
            </a:fld>
            <a:endParaRPr lang="de-DE"/>
          </a:p>
        </p:txBody>
      </p:sp>
      <p:sp>
        <p:nvSpPr>
          <p:cNvPr id="12" name="Fußzeilenplatzhalter 3">
            <a:extLst>
              <a:ext uri="{FF2B5EF4-FFF2-40B4-BE49-F238E27FC236}">
                <a16:creationId xmlns:a16="http://schemas.microsoft.com/office/drawing/2014/main" id="{053E9806-B73F-41B0-829E-2CE07F2FD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602016"/>
            <a:ext cx="4049614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4" name="Foliennummernplatzhalter 4">
            <a:extLst>
              <a:ext uri="{FF2B5EF4-FFF2-40B4-BE49-F238E27FC236}">
                <a16:creationId xmlns:a16="http://schemas.microsoft.com/office/drawing/2014/main" id="{5259AE82-A0C1-4265-A5C6-8AC8B03AE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602016"/>
            <a:ext cx="809625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6577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zweispalti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2pPr>
            <a:lvl3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3pPr>
            <a:lvl4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4pPr>
            <a:lvl5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5pPr>
            <a:lvl6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6pPr>
            <a:lvl7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7pPr>
            <a:lvl8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8pPr>
            <a:lvl9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9pPr>
          </a:lstStyle>
          <a:p>
            <a:pPr lvl="0"/>
            <a:r>
              <a:rPr lang="de-DE" dirty="0"/>
              <a:t>Agenda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D700904-CF21-485E-9653-750F1E002A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9" name="SmartArt-Platzhalter 15">
            <a:extLst>
              <a:ext uri="{FF2B5EF4-FFF2-40B4-BE49-F238E27FC236}">
                <a16:creationId xmlns:a16="http://schemas.microsoft.com/office/drawing/2014/main" id="{EE4BBD11-8834-46F6-B165-62758A26E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9F8FBFAB-299B-4D6A-8A68-686946C1DF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976" y="1741289"/>
            <a:ext cx="8909825" cy="4050000"/>
          </a:xfrm>
        </p:spPr>
        <p:txBody>
          <a:bodyPr numCol="2" spcCol="864000"/>
          <a:lstStyle>
            <a:lvl1pPr marL="337500" indent="-337500">
              <a:spcBef>
                <a:spcPts val="938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b="1"/>
            </a:lvl1pPr>
            <a:lvl2pPr marL="5400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b="0">
                <a:solidFill>
                  <a:sysClr val="windowText" lastClr="000000"/>
                </a:solidFill>
              </a:defRPr>
            </a:lvl2pPr>
            <a:lvl3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3pPr>
            <a:lvl4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4pPr>
            <a:lvl5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5pPr>
            <a:lvl6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6pPr>
            <a:lvl7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7pPr>
            <a:lvl8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8pPr>
            <a:lvl9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90B14AA-FBEC-4BAF-9921-731411F5D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741E205F-B773-43EB-990B-70285C659254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A33B6DE-34D5-4CB3-AC82-BDCA83629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D484D5F-67F9-4772-9672-CCE127A85E8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28963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2pPr>
            <a:lvl3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3pPr>
            <a:lvl4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4pPr>
            <a:lvl5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5pPr>
            <a:lvl6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6pPr>
            <a:lvl7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7pPr>
            <a:lvl8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8pPr>
            <a:lvl9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9pPr>
          </a:lstStyle>
          <a:p>
            <a:pPr lvl="0"/>
            <a:r>
              <a:rPr lang="de-DE" dirty="0"/>
              <a:t>Agenda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72B44FB-FFE7-41B3-A66D-C181C4E19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336477"/>
            <a:ext cx="10126266" cy="4455914"/>
          </a:xfrm>
        </p:spPr>
        <p:txBody>
          <a:bodyPr/>
          <a:lstStyle>
            <a:lvl1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1pPr>
            <a:lvl2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2pPr>
            <a:lvl3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3pPr>
            <a:lvl4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4pPr>
            <a:lvl5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5pPr>
            <a:lvl6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6pPr>
            <a:lvl7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7pPr>
            <a:lvl8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8pPr>
            <a:lvl9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22E28C-A082-47F2-B6A8-B106DD7C3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8" name="SmartArt-Platzhalter 15">
            <a:extLst>
              <a:ext uri="{FF2B5EF4-FFF2-40B4-BE49-F238E27FC236}">
                <a16:creationId xmlns:a16="http://schemas.microsoft.com/office/drawing/2014/main" id="{D346277C-8B35-41E9-BA10-B8DDA207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7A55CA1-39F4-45DE-8B0C-6995F593E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811E02-E633-4262-8BBC-1B6C89687F1E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AD6FF7B-599E-4286-A6B8-695C1921E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C922C07-D297-4C75-B2E8-AD042E443364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81233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zweispaltig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E878184-9439-4534-BF56-D501B9420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DEDB358-526A-4332-BAAC-38797A34A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8"/>
            <a:r>
              <a:rPr lang="de-DE" dirty="0"/>
              <a:t>Agenda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55010DE-94A0-4DFC-AA6A-9A8EA78CE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1289"/>
            <a:ext cx="8910339" cy="4050000"/>
          </a:xfrm>
        </p:spPr>
        <p:txBody>
          <a:bodyPr numCol="2" spcCol="864000"/>
          <a:lstStyle>
            <a:lvl1pPr marL="337500" indent="-337500">
              <a:spcBef>
                <a:spcPts val="938"/>
              </a:spcBef>
              <a:spcAft>
                <a:spcPts val="469"/>
              </a:spcAft>
              <a:buClr>
                <a:schemeClr val="bg1"/>
              </a:buClr>
              <a:buFont typeface="+mj-lt"/>
              <a:buAutoNum type="arabicPeriod"/>
              <a:defRPr sz="1500" b="1">
                <a:solidFill>
                  <a:schemeClr val="bg1"/>
                </a:solidFill>
              </a:defRPr>
            </a:lvl1pPr>
            <a:lvl2pPr marL="5400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+mj-lt"/>
              <a:buAutoNum type="alphaLcPeriod"/>
              <a:defRPr sz="1500" b="0">
                <a:solidFill>
                  <a:schemeClr val="bg1"/>
                </a:solidFill>
              </a:defRPr>
            </a:lvl2pPr>
            <a:lvl3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3pPr>
            <a:lvl4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4pPr>
            <a:lvl5pPr marL="540000" indent="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None/>
              <a:defRPr sz="1500" b="0">
                <a:solidFill>
                  <a:schemeClr val="bg1"/>
                </a:solidFill>
              </a:defRPr>
            </a:lvl5pPr>
            <a:lvl6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6pPr>
            <a:lvl7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7pPr>
            <a:lvl8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8pPr>
            <a:lvl9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D700904-CF21-485E-9653-750F1E002A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9" name="SmartArt-Platzhalter 15">
            <a:extLst>
              <a:ext uri="{FF2B5EF4-FFF2-40B4-BE49-F238E27FC236}">
                <a16:creationId xmlns:a16="http://schemas.microsoft.com/office/drawing/2014/main" id="{EE4BBD11-8834-46F6-B165-62758A26E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8CEB82-3906-4116-AC94-30DEC65EF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53A401A-2DF2-4BCE-9C17-00CA6C2DD1B3}" type="datetime1">
              <a:rPr lang="de-DE" smtClean="0"/>
              <a:t>16.06.2026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2B76F40-1FEE-40B8-8056-661F53F67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5A0FC2-76F8-4AC0-BE28-4F9E7E4152B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2642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6BA203C-F169-4DAC-97C2-5E222C3C7D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9B7FF9BA-569C-4938-A257-C247534C29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Agenda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72B44FB-FFE7-41B3-A66D-C181C4E19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336477"/>
            <a:ext cx="10126266" cy="4455914"/>
          </a:xfrm>
        </p:spPr>
        <p:txBody>
          <a:bodyPr/>
          <a:lstStyle>
            <a:lvl1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1pPr>
            <a:lvl2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2pPr>
            <a:lvl3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3pPr>
            <a:lvl4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4pPr>
            <a:lvl5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5pPr>
            <a:lvl6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6pPr>
            <a:lvl7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7pPr>
            <a:lvl8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8pPr>
            <a:lvl9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22E28C-A082-47F2-B6A8-B106DD7C3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8" name="SmartArt-Platzhalter 15">
            <a:extLst>
              <a:ext uri="{FF2B5EF4-FFF2-40B4-BE49-F238E27FC236}">
                <a16:creationId xmlns:a16="http://schemas.microsoft.com/office/drawing/2014/main" id="{D346277C-8B35-41E9-BA10-B8DDA207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5D38FE0-D27B-40E9-811C-4F9D8522B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BA3065D-D177-4E0E-97C0-C9D63463D96F}" type="datetime1">
              <a:rPr lang="de-DE" smtClean="0"/>
              <a:t>16.06.2026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F2AED24-47BA-4C91-BF6A-AF3D75260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BC703B-0B97-4DC3-9961-E7415736E37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55949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gister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9" y="0"/>
            <a:ext cx="5265539" cy="133647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043F81B9-C75F-4F04-95CA-636E3DB32C1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6905627" y="0"/>
            <a:ext cx="5286373" cy="6602016"/>
          </a:xfrm>
          <a:prstGeom prst="rect">
            <a:avLst/>
          </a:prstGeom>
          <a:noFill/>
        </p:spPr>
        <p:txBody>
          <a:bodyPr wrap="square" tIns="1728000" anchor="ctr">
            <a:noAutofit/>
          </a:bodyPr>
          <a:lstStyle>
            <a:lvl1pPr algn="ctr">
              <a:defRPr sz="1125"/>
            </a:lvl1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3E39A9A-74FD-41F7-93DB-18F7E0768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3" name="Textplatzhalter 15">
            <a:extLst>
              <a:ext uri="{FF2B5EF4-FFF2-40B4-BE49-F238E27FC236}">
                <a16:creationId xmlns:a16="http://schemas.microsoft.com/office/drawing/2014/main" id="{04CA9D3B-80E8-483F-AC6E-5E2C56512AC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5647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58DCE5B9-03A6-4393-ADF4-379C815AE8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94563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5" name="Textplatzhalter 15">
            <a:extLst>
              <a:ext uri="{FF2B5EF4-FFF2-40B4-BE49-F238E27FC236}">
                <a16:creationId xmlns:a16="http://schemas.microsoft.com/office/drawing/2014/main" id="{CF1FC5EF-FD64-4EF6-9806-7160DA00564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5647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6" name="Textplatzhalter 15">
            <a:extLst>
              <a:ext uri="{FF2B5EF4-FFF2-40B4-BE49-F238E27FC236}">
                <a16:creationId xmlns:a16="http://schemas.microsoft.com/office/drawing/2014/main" id="{DFEF54F8-A4CC-477D-AEAB-45C7B9F5D21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294563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7" name="Textplatzhalter 15">
            <a:extLst>
              <a:ext uri="{FF2B5EF4-FFF2-40B4-BE49-F238E27FC236}">
                <a16:creationId xmlns:a16="http://schemas.microsoft.com/office/drawing/2014/main" id="{ADC935F5-D910-4257-8CE4-C2ACE7503B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25647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8" name="Textplatzhalter 15">
            <a:extLst>
              <a:ext uri="{FF2B5EF4-FFF2-40B4-BE49-F238E27FC236}">
                <a16:creationId xmlns:a16="http://schemas.microsoft.com/office/drawing/2014/main" id="{2F1596E1-56AE-408E-B59E-5B5D2CC8B97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94563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80613F1-49C7-4E84-A685-AE62E9984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fld id="{9F9F876B-E105-479C-94BF-A332E00B50AE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4DE5876-8F8E-4934-B9B0-FDC4A8E0C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278718E-BEE3-4C67-9A4E-CAFB85D4FCAD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1364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gister Bild rund +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2CA9CAE2-4FDD-4738-A263-E269BAB85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6FF12C2C-5BF6-4B36-B61D-9BED4B4A43F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6905627" y="0"/>
            <a:ext cx="5286373" cy="6197434"/>
          </a:xfrm>
          <a:custGeom>
            <a:avLst/>
            <a:gdLst>
              <a:gd name="connsiteX0" fmla="*/ 0 w 5638798"/>
              <a:gd name="connsiteY0" fmla="*/ 0 h 6610596"/>
              <a:gd name="connsiteX1" fmla="*/ 5638798 w 5638798"/>
              <a:gd name="connsiteY1" fmla="*/ 0 h 6610596"/>
              <a:gd name="connsiteX2" fmla="*/ 5638798 w 5638798"/>
              <a:gd name="connsiteY2" fmla="*/ 202104 h 6610596"/>
              <a:gd name="connsiteX3" fmla="*/ 5638798 w 5638798"/>
              <a:gd name="connsiteY3" fmla="*/ 2037600 h 6610596"/>
              <a:gd name="connsiteX4" fmla="*/ 5638798 w 5638798"/>
              <a:gd name="connsiteY4" fmla="*/ 6610596 h 6610596"/>
              <a:gd name="connsiteX5" fmla="*/ 5632286 w 5638798"/>
              <a:gd name="connsiteY5" fmla="*/ 6610596 h 6610596"/>
              <a:gd name="connsiteX6" fmla="*/ 5207960 w 5638798"/>
              <a:gd name="connsiteY6" fmla="*/ 6610596 h 6610596"/>
              <a:gd name="connsiteX7" fmla="*/ 5185096 w 5638798"/>
              <a:gd name="connsiteY7" fmla="*/ 6610596 h 6610596"/>
              <a:gd name="connsiteX8" fmla="*/ 5081079 w 5638798"/>
              <a:gd name="connsiteY8" fmla="*/ 6610596 h 6610596"/>
              <a:gd name="connsiteX9" fmla="*/ 5076398 w 5638798"/>
              <a:gd name="connsiteY9" fmla="*/ 6610596 h 6610596"/>
              <a:gd name="connsiteX10" fmla="*/ 5048924 w 5638798"/>
              <a:gd name="connsiteY10" fmla="*/ 6610596 h 6610596"/>
              <a:gd name="connsiteX11" fmla="*/ 4988609 w 5638798"/>
              <a:gd name="connsiteY11" fmla="*/ 6610596 h 6610596"/>
              <a:gd name="connsiteX12" fmla="*/ 4835586 w 5638798"/>
              <a:gd name="connsiteY12" fmla="*/ 6610596 h 6610596"/>
              <a:gd name="connsiteX13" fmla="*/ 4753403 w 5638798"/>
              <a:gd name="connsiteY13" fmla="*/ 6610596 h 6610596"/>
              <a:gd name="connsiteX14" fmla="*/ 4720591 w 5638798"/>
              <a:gd name="connsiteY14" fmla="*/ 6610596 h 6610596"/>
              <a:gd name="connsiteX15" fmla="*/ 4638194 w 5638798"/>
              <a:gd name="connsiteY15" fmla="*/ 6610596 h 6610596"/>
              <a:gd name="connsiteX16" fmla="*/ 4582960 w 5638798"/>
              <a:gd name="connsiteY16" fmla="*/ 6610596 h 6610596"/>
              <a:gd name="connsiteX17" fmla="*/ 4549458 w 5638798"/>
              <a:gd name="connsiteY17" fmla="*/ 6610596 h 6610596"/>
              <a:gd name="connsiteX18" fmla="*/ 4532255 w 5638798"/>
              <a:gd name="connsiteY18" fmla="*/ 6610596 h 6610596"/>
              <a:gd name="connsiteX19" fmla="*/ 4525010 w 5638798"/>
              <a:gd name="connsiteY19" fmla="*/ 6610596 h 6610596"/>
              <a:gd name="connsiteX20" fmla="*/ 4477576 w 5638798"/>
              <a:gd name="connsiteY20" fmla="*/ 6610596 h 6610596"/>
              <a:gd name="connsiteX21" fmla="*/ 4251848 w 5638798"/>
              <a:gd name="connsiteY21" fmla="*/ 6610596 h 6610596"/>
              <a:gd name="connsiteX22" fmla="*/ 4040223 w 5638798"/>
              <a:gd name="connsiteY22" fmla="*/ 6610596 h 6610596"/>
              <a:gd name="connsiteX23" fmla="*/ 3842247 w 5638798"/>
              <a:gd name="connsiteY23" fmla="*/ 6610596 h 6610596"/>
              <a:gd name="connsiteX24" fmla="*/ 3657464 w 5638798"/>
              <a:gd name="connsiteY24" fmla="*/ 6610596 h 6610596"/>
              <a:gd name="connsiteX25" fmla="*/ 3485419 w 5638798"/>
              <a:gd name="connsiteY25" fmla="*/ 6610596 h 6610596"/>
              <a:gd name="connsiteX26" fmla="*/ 3478798 w 5638798"/>
              <a:gd name="connsiteY26" fmla="*/ 6610596 h 6610596"/>
              <a:gd name="connsiteX27" fmla="*/ 3325658 w 5638798"/>
              <a:gd name="connsiteY27" fmla="*/ 6610596 h 6610596"/>
              <a:gd name="connsiteX28" fmla="*/ 3177726 w 5638798"/>
              <a:gd name="connsiteY28" fmla="*/ 6610596 h 6610596"/>
              <a:gd name="connsiteX29" fmla="*/ 3041167 w 5638798"/>
              <a:gd name="connsiteY29" fmla="*/ 6610596 h 6610596"/>
              <a:gd name="connsiteX30" fmla="*/ 2915526 w 5638798"/>
              <a:gd name="connsiteY30" fmla="*/ 6610596 h 6610596"/>
              <a:gd name="connsiteX31" fmla="*/ 2800350 w 5638798"/>
              <a:gd name="connsiteY31" fmla="*/ 6610596 h 6610596"/>
              <a:gd name="connsiteX32" fmla="*/ 2695182 w 5638798"/>
              <a:gd name="connsiteY32" fmla="*/ 6610596 h 6610596"/>
              <a:gd name="connsiteX33" fmla="*/ 2599568 w 5638798"/>
              <a:gd name="connsiteY33" fmla="*/ 6610596 h 6610596"/>
              <a:gd name="connsiteX34" fmla="*/ 2513053 w 5638798"/>
              <a:gd name="connsiteY34" fmla="*/ 6610596 h 6610596"/>
              <a:gd name="connsiteX35" fmla="*/ 2435181 w 5638798"/>
              <a:gd name="connsiteY35" fmla="*/ 6610596 h 6610596"/>
              <a:gd name="connsiteX36" fmla="*/ 2365499 w 5638798"/>
              <a:gd name="connsiteY36" fmla="*/ 6610596 h 6610596"/>
              <a:gd name="connsiteX37" fmla="*/ 2303551 w 5638798"/>
              <a:gd name="connsiteY37" fmla="*/ 6610596 h 6610596"/>
              <a:gd name="connsiteX38" fmla="*/ 2201037 w 5638798"/>
              <a:gd name="connsiteY38" fmla="*/ 6610596 h 6610596"/>
              <a:gd name="connsiteX39" fmla="*/ 2124000 w 5638798"/>
              <a:gd name="connsiteY39" fmla="*/ 6610596 h 6610596"/>
              <a:gd name="connsiteX40" fmla="*/ 2068800 w 5638798"/>
              <a:gd name="connsiteY40" fmla="*/ 6610596 h 6610596"/>
              <a:gd name="connsiteX41" fmla="*/ 2031798 w 5638798"/>
              <a:gd name="connsiteY41" fmla="*/ 6610596 h 6610596"/>
              <a:gd name="connsiteX42" fmla="*/ 2009354 w 5638798"/>
              <a:gd name="connsiteY42" fmla="*/ 6610596 h 6610596"/>
              <a:gd name="connsiteX43" fmla="*/ 1997829 w 5638798"/>
              <a:gd name="connsiteY43" fmla="*/ 6610596 h 6610596"/>
              <a:gd name="connsiteX44" fmla="*/ 1992976 w 5638798"/>
              <a:gd name="connsiteY44" fmla="*/ 6610596 h 6610596"/>
              <a:gd name="connsiteX45" fmla="*/ 960 w 5638798"/>
              <a:gd name="connsiteY45" fmla="*/ 4449875 h 6610596"/>
              <a:gd name="connsiteX46" fmla="*/ 960 w 5638798"/>
              <a:gd name="connsiteY46" fmla="*/ 2037600 h 6610596"/>
              <a:gd name="connsiteX47" fmla="*/ 0 w 5638798"/>
              <a:gd name="connsiteY47" fmla="*/ 2037600 h 6610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638798" h="6610596">
                <a:moveTo>
                  <a:pt x="0" y="0"/>
                </a:moveTo>
                <a:lnTo>
                  <a:pt x="5638798" y="0"/>
                </a:lnTo>
                <a:lnTo>
                  <a:pt x="5638798" y="202104"/>
                </a:lnTo>
                <a:lnTo>
                  <a:pt x="5638798" y="2037600"/>
                </a:lnTo>
                <a:lnTo>
                  <a:pt x="5638798" y="6610596"/>
                </a:lnTo>
                <a:lnTo>
                  <a:pt x="5632286" y="6610596"/>
                </a:lnTo>
                <a:lnTo>
                  <a:pt x="5207960" y="6610596"/>
                </a:lnTo>
                <a:lnTo>
                  <a:pt x="5185096" y="6610596"/>
                </a:lnTo>
                <a:lnTo>
                  <a:pt x="5081079" y="6610596"/>
                </a:lnTo>
                <a:lnTo>
                  <a:pt x="5076398" y="6610596"/>
                </a:lnTo>
                <a:lnTo>
                  <a:pt x="5048924" y="6610596"/>
                </a:lnTo>
                <a:lnTo>
                  <a:pt x="4988609" y="6610596"/>
                </a:lnTo>
                <a:lnTo>
                  <a:pt x="4835586" y="6610596"/>
                </a:lnTo>
                <a:lnTo>
                  <a:pt x="4753403" y="6610596"/>
                </a:lnTo>
                <a:lnTo>
                  <a:pt x="4720591" y="6610596"/>
                </a:lnTo>
                <a:lnTo>
                  <a:pt x="4638194" y="6610596"/>
                </a:lnTo>
                <a:lnTo>
                  <a:pt x="4582960" y="6610596"/>
                </a:lnTo>
                <a:lnTo>
                  <a:pt x="4549458" y="6610596"/>
                </a:lnTo>
                <a:lnTo>
                  <a:pt x="4532255" y="6610596"/>
                </a:lnTo>
                <a:lnTo>
                  <a:pt x="4525010" y="6610596"/>
                </a:lnTo>
                <a:lnTo>
                  <a:pt x="4477576" y="6610596"/>
                </a:lnTo>
                <a:lnTo>
                  <a:pt x="4251848" y="6610596"/>
                </a:lnTo>
                <a:lnTo>
                  <a:pt x="4040223" y="6610596"/>
                </a:lnTo>
                <a:lnTo>
                  <a:pt x="3842247" y="6610596"/>
                </a:lnTo>
                <a:lnTo>
                  <a:pt x="3657464" y="6610596"/>
                </a:lnTo>
                <a:lnTo>
                  <a:pt x="3485419" y="6610596"/>
                </a:lnTo>
                <a:lnTo>
                  <a:pt x="3478798" y="6610596"/>
                </a:lnTo>
                <a:lnTo>
                  <a:pt x="3325658" y="6610596"/>
                </a:lnTo>
                <a:lnTo>
                  <a:pt x="3177726" y="6610596"/>
                </a:lnTo>
                <a:lnTo>
                  <a:pt x="3041167" y="6610596"/>
                </a:lnTo>
                <a:lnTo>
                  <a:pt x="2915526" y="6610596"/>
                </a:lnTo>
                <a:lnTo>
                  <a:pt x="2800350" y="6610596"/>
                </a:lnTo>
                <a:lnTo>
                  <a:pt x="2695182" y="6610596"/>
                </a:lnTo>
                <a:lnTo>
                  <a:pt x="2599568" y="6610596"/>
                </a:lnTo>
                <a:lnTo>
                  <a:pt x="2513053" y="6610596"/>
                </a:lnTo>
                <a:lnTo>
                  <a:pt x="2435181" y="6610596"/>
                </a:lnTo>
                <a:lnTo>
                  <a:pt x="2365499" y="6610596"/>
                </a:lnTo>
                <a:lnTo>
                  <a:pt x="2303551" y="6610596"/>
                </a:lnTo>
                <a:lnTo>
                  <a:pt x="2201037" y="6610596"/>
                </a:lnTo>
                <a:lnTo>
                  <a:pt x="2124000" y="6610596"/>
                </a:lnTo>
                <a:lnTo>
                  <a:pt x="2068800" y="6610596"/>
                </a:lnTo>
                <a:lnTo>
                  <a:pt x="2031798" y="6610596"/>
                </a:lnTo>
                <a:lnTo>
                  <a:pt x="2009354" y="6610596"/>
                </a:lnTo>
                <a:lnTo>
                  <a:pt x="1997829" y="6610596"/>
                </a:lnTo>
                <a:lnTo>
                  <a:pt x="1992976" y="6610596"/>
                </a:lnTo>
                <a:cubicBezTo>
                  <a:pt x="896667" y="6610596"/>
                  <a:pt x="960" y="5644091"/>
                  <a:pt x="960" y="4449875"/>
                </a:cubicBezTo>
                <a:lnTo>
                  <a:pt x="960" y="2037600"/>
                </a:lnTo>
                <a:lnTo>
                  <a:pt x="0" y="20376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tIns="1728000" anchor="ctr">
            <a:noAutofit/>
          </a:bodyPr>
          <a:lstStyle>
            <a:lvl1pPr algn="ctr">
              <a:defRPr sz="1125"/>
            </a:lvl1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981AB9AA-8CD7-4A31-9357-09B049961E46}"/>
              </a:ext>
            </a:extLst>
          </p:cNvPr>
          <p:cNvSpPr>
            <a:spLocks noGrp="1"/>
          </p:cNvSpPr>
          <p:nvPr>
            <p:ph type="title"/>
          </p:nvPr>
        </p:nvSpPr>
        <p:spPr bwMode="blackGray">
          <a:xfrm>
            <a:off x="425649" y="0"/>
            <a:ext cx="5244703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3E39A9A-74FD-41F7-93DB-18F7E0768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9B003EA5-AA32-47D7-B316-5D5A946A41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5647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9" name="Textplatzhalter 15">
            <a:extLst>
              <a:ext uri="{FF2B5EF4-FFF2-40B4-BE49-F238E27FC236}">
                <a16:creationId xmlns:a16="http://schemas.microsoft.com/office/drawing/2014/main" id="{0C4AAEDC-A872-440B-8056-3DC1DB4FCF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94563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  <a:effectLst/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9C94644D-8BAF-426C-B8C7-0FAC2BCBCB0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25647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1" name="Textplatzhalter 15">
            <a:extLst>
              <a:ext uri="{FF2B5EF4-FFF2-40B4-BE49-F238E27FC236}">
                <a16:creationId xmlns:a16="http://schemas.microsoft.com/office/drawing/2014/main" id="{D6383603-5861-4CAA-AF41-0373847C66C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294563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2" name="Textplatzhalter 15">
            <a:extLst>
              <a:ext uri="{FF2B5EF4-FFF2-40B4-BE49-F238E27FC236}">
                <a16:creationId xmlns:a16="http://schemas.microsoft.com/office/drawing/2014/main" id="{88C42342-BA99-44AD-8011-EDC6248210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5647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3" name="Textplatzhalter 15">
            <a:extLst>
              <a:ext uri="{FF2B5EF4-FFF2-40B4-BE49-F238E27FC236}">
                <a16:creationId xmlns:a16="http://schemas.microsoft.com/office/drawing/2014/main" id="{3EEEE3BE-22E7-4475-8EB1-EAA7B5E6ADA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94563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3DCDE5B-513A-46BA-8A98-AC58A2315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9C070849-8B4F-43CC-99EA-0B66E6566751}" type="datetime1">
              <a:rPr lang="de-DE" smtClean="0"/>
              <a:t>16.06.2026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E88788-E36F-47D6-BDFF-F1DE523F2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C57C55-71A6-4F90-95E0-57275999CE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36650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3E39A9A-74FD-41F7-93DB-18F7E0768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3DD5FA1-1A86-4F50-BAC2-A3EE13374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B61B397-1F07-41B4-8EA8-A7625F9042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7CCFC2C-01A4-427C-AF15-E4801AB92B6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83454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228A928-FBCC-4CF0-9011-33E5B7B59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5B8ECCCB-12ED-4655-92C9-81355A5DDF2F}"/>
              </a:ext>
            </a:extLst>
          </p:cNvPr>
          <p:cNvSpPr>
            <a:spLocks noGrp="1"/>
          </p:cNvSpPr>
          <p:nvPr>
            <p:ph type="title"/>
          </p:nvPr>
        </p:nvSpPr>
        <p:spPr bwMode="black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7637B9F2-7662-4FBF-BE0E-49F11C687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085F6FC-50B6-4561-974E-AFF8AC417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DF193-3666-4BDB-B46C-1ED1E8AD3886}" type="datetime1">
              <a:rPr lang="de-DE" smtClean="0"/>
              <a:t>16.06.2026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6EC02D-2D9E-4274-B9A3-AB4BE8DDC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8D77D1-2E8D-4385-85B1-A8EAF45A4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8025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9" y="0"/>
            <a:ext cx="8100715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2" y="1744266"/>
            <a:ext cx="7290548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4332D28-FEBF-4A19-BADF-4DACCC6DE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7" name="SmartArt-Platzhalter 15">
            <a:extLst>
              <a:ext uri="{FF2B5EF4-FFF2-40B4-BE49-F238E27FC236}">
                <a16:creationId xmlns:a16="http://schemas.microsoft.com/office/drawing/2014/main" id="{A778AE51-1AF2-48BC-8A48-6750BD834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0259576-C38C-44DB-8DC4-45EAFCA235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B03DD664-FC22-4438-914E-50ACE77A14EA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9AFE007-DA74-4741-B391-58B521B5FF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75F52C-E1CA-4946-822E-C7E0AC1EFA1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45236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860727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1744266"/>
            <a:ext cx="4860727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96274E-139C-461E-8064-9CDB192B1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8" name="SmartArt-Platzhalter 15">
            <a:extLst>
              <a:ext uri="{FF2B5EF4-FFF2-40B4-BE49-F238E27FC236}">
                <a16:creationId xmlns:a16="http://schemas.microsoft.com/office/drawing/2014/main" id="{3AE8AF3D-C01D-486B-BA38-9FA3517E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6BB1C15-432A-49F1-8CAA-B09B10338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D137FAB-78A3-4F8F-86EB-AB8045FEC368}" type="datetime1">
              <a:rPr lang="de-DE" smtClean="0"/>
              <a:t>16.06.2026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E8841684-6FA3-437C-ABD1-AC8C3C6B0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27569A6-071E-4E15-B632-1A50B83A909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50528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476739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216D4528-4226-48B6-9E32-269568DA1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8126291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0D22A1-EFBD-4A03-B758-4E88717AD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9" name="SmartArt-Platzhalter 15">
            <a:extLst>
              <a:ext uri="{FF2B5EF4-FFF2-40B4-BE49-F238E27FC236}">
                <a16:creationId xmlns:a16="http://schemas.microsoft.com/office/drawing/2014/main" id="{55B82905-5EB6-4625-AAE5-29C8C5F49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5D1F03E-FB2A-4674-A41E-83C9F652F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A52D479C-A216-496B-A3DE-5145ADFCE716}" type="datetime1">
              <a:rPr lang="de-DE" smtClean="0"/>
              <a:t>16.06.2026</a:t>
            </a:fld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16F65C4D-7EF3-4E34-996C-70A3F95A6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F394C8F9-9735-41F0-A5CF-EF28684A962F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85307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463688" y="1744266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216D4528-4226-48B6-9E32-269568DA1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1744266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3FE7959D-EA29-451B-BD70-830104E4BA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8730991" y="1741290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84DD772-123F-42C8-9213-1741585B1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0" name="SmartArt-Platzhalter 15">
            <a:extLst>
              <a:ext uri="{FF2B5EF4-FFF2-40B4-BE49-F238E27FC236}">
                <a16:creationId xmlns:a16="http://schemas.microsoft.com/office/drawing/2014/main" id="{FEB55F99-B208-4E18-BE61-FB1025462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A85D7F3-DB47-40CA-9438-6567B6B49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0FD9F51-32EA-4DF6-956D-7EB352287F82}" type="datetime1">
              <a:rPr lang="de-DE" smtClean="0"/>
              <a:t>16.06.2026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592A1FC-FB80-44A8-899F-74E00947F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25FC921-D0B9-4AEF-B4B6-E41A75F72E9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23807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7" y="0"/>
            <a:ext cx="769590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64FDF305-3221-403D-90A4-C0BBDFA76F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526364" y="0"/>
            <a:ext cx="3665636" cy="6602016"/>
          </a:xfrm>
          <a:prstGeom prst="rect">
            <a:avLst/>
          </a:prstGeom>
        </p:spPr>
        <p:txBody>
          <a:bodyPr wrap="square" tIns="190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6886279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A6577B2-CBB6-423D-AD87-79C569F4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4ECF2AF0-76E0-479C-A989-421D437BE9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1C832FD-5353-40B6-890C-D5A120BD4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486B4E5-46E9-4D93-9641-D92A8477EB6A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D876FD8-FD89-4685-8BDF-30BD2653B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25C1838-6FA5-4488-B8B8-580877B66AA5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51040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526554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418434C-DF41-44B6-87DE-2958D41FA0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6096000" cy="6602016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455914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3D31C79-4F40-4167-8DD9-FA30BBB28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4BC9397-F940-4541-A10C-9962ECB9E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7BFE4BB-B5FD-419A-998F-09327FEC6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7B598877-2F1B-472B-82A8-E5A79E6934B5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B9D1E6A-EA91-4CC5-866E-443C33F9D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800EBC1-8919-4ECC-9234-8EB458C13B4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24057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F3FA2A8C-1E1F-4D8E-9247-11E5E421E12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881562" y="0"/>
            <a:ext cx="7310438" cy="6602016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841B041-CA0D-4759-85BB-58F8C4E18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5EDF0ADB-90DF-45DE-AC55-A33E7A44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38CF302-D365-4B6E-A384-7C075033D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2EDFA1-67BB-4E07-B11A-B6005CEE271D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FFC3E6-1167-4832-AFA4-A796A7FC4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6FE913B-9D3A-4F24-AC1D-220347E83CC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531692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rund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7" y="0"/>
            <a:ext cx="769590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4EEF3E0-B7D5-48DD-BF3F-C1F5C3714C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526364" y="0"/>
            <a:ext cx="3665636" cy="6200180"/>
          </a:xfrm>
          <a:custGeom>
            <a:avLst/>
            <a:gdLst>
              <a:gd name="connsiteX0" fmla="*/ 0 w 3910012"/>
              <a:gd name="connsiteY0" fmla="*/ 0 h 6613525"/>
              <a:gd name="connsiteX1" fmla="*/ 3910012 w 3910012"/>
              <a:gd name="connsiteY1" fmla="*/ 0 h 6613525"/>
              <a:gd name="connsiteX2" fmla="*/ 3910012 w 3910012"/>
              <a:gd name="connsiteY2" fmla="*/ 219074 h 6613525"/>
              <a:gd name="connsiteX3" fmla="*/ 3910012 w 3910012"/>
              <a:gd name="connsiteY3" fmla="*/ 434975 h 6613525"/>
              <a:gd name="connsiteX4" fmla="*/ 3910012 w 3910012"/>
              <a:gd name="connsiteY4" fmla="*/ 2397600 h 6613525"/>
              <a:gd name="connsiteX5" fmla="*/ 3910012 w 3910012"/>
              <a:gd name="connsiteY5" fmla="*/ 6397624 h 6613525"/>
              <a:gd name="connsiteX6" fmla="*/ 3910012 w 3910012"/>
              <a:gd name="connsiteY6" fmla="*/ 6613525 h 6613525"/>
              <a:gd name="connsiteX7" fmla="*/ 3841287 w 3910012"/>
              <a:gd name="connsiteY7" fmla="*/ 6613525 h 6613525"/>
              <a:gd name="connsiteX8" fmla="*/ 1992016 w 3910012"/>
              <a:gd name="connsiteY8" fmla="*/ 6613525 h 6613525"/>
              <a:gd name="connsiteX9" fmla="*/ 0 w 3910012"/>
              <a:gd name="connsiteY9" fmla="*/ 4402839 h 6613525"/>
              <a:gd name="connsiteX10" fmla="*/ 0 w 3910012"/>
              <a:gd name="connsiteY10" fmla="*/ 4186938 h 6613525"/>
              <a:gd name="connsiteX11" fmla="*/ 0 w 3910012"/>
              <a:gd name="connsiteY11" fmla="*/ 2397600 h 6613525"/>
              <a:gd name="connsiteX12" fmla="*/ 0 w 3910012"/>
              <a:gd name="connsiteY12" fmla="*/ 434975 h 6613525"/>
              <a:gd name="connsiteX13" fmla="*/ 0 w 3910012"/>
              <a:gd name="connsiteY13" fmla="*/ 219074 h 661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10012" h="6613525">
                <a:moveTo>
                  <a:pt x="0" y="0"/>
                </a:moveTo>
                <a:lnTo>
                  <a:pt x="3910012" y="0"/>
                </a:lnTo>
                <a:lnTo>
                  <a:pt x="3910012" y="219074"/>
                </a:lnTo>
                <a:lnTo>
                  <a:pt x="3910012" y="434975"/>
                </a:lnTo>
                <a:lnTo>
                  <a:pt x="3910012" y="2397600"/>
                </a:lnTo>
                <a:lnTo>
                  <a:pt x="3910012" y="6397624"/>
                </a:lnTo>
                <a:lnTo>
                  <a:pt x="3910012" y="6613525"/>
                </a:lnTo>
                <a:lnTo>
                  <a:pt x="3841287" y="6613525"/>
                </a:lnTo>
                <a:cubicBezTo>
                  <a:pt x="1992016" y="6613525"/>
                  <a:pt x="1992016" y="6613525"/>
                  <a:pt x="1992016" y="6613525"/>
                </a:cubicBezTo>
                <a:cubicBezTo>
                  <a:pt x="895707" y="6613525"/>
                  <a:pt x="0" y="5624670"/>
                  <a:pt x="0" y="4402839"/>
                </a:cubicBezTo>
                <a:lnTo>
                  <a:pt x="0" y="4186938"/>
                </a:lnTo>
                <a:lnTo>
                  <a:pt x="0" y="2397600"/>
                </a:lnTo>
                <a:lnTo>
                  <a:pt x="0" y="434975"/>
                </a:lnTo>
                <a:lnTo>
                  <a:pt x="0" y="219074"/>
                </a:lnTo>
                <a:close/>
              </a:path>
            </a:pathLst>
          </a:custGeom>
        </p:spPr>
        <p:txBody>
          <a:bodyPr wrap="square" tIns="190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6886279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A6577B2-CBB6-423D-AD87-79C569F4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4ECF2AF0-76E0-479C-A989-421D437BE9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C6C0B-5CCC-4B94-A763-449F1DE24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0735D59-9256-4F50-BA3D-9E3909262330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ECC16AC-C34B-4437-837C-B2D5EFC4D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D91E655-AFA6-4F34-B5BF-BACE29A75E3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946819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run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526554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C772F101-C742-4D1C-A801-EDE41F201EB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6096000" y="0"/>
            <a:ext cx="6096000" cy="6200180"/>
          </a:xfrm>
          <a:custGeom>
            <a:avLst/>
            <a:gdLst>
              <a:gd name="connsiteX0" fmla="*/ 0 w 6502400"/>
              <a:gd name="connsiteY0" fmla="*/ 0 h 6613525"/>
              <a:gd name="connsiteX1" fmla="*/ 6502400 w 6502400"/>
              <a:gd name="connsiteY1" fmla="*/ 0 h 6613525"/>
              <a:gd name="connsiteX2" fmla="*/ 6502400 w 6502400"/>
              <a:gd name="connsiteY2" fmla="*/ 219074 h 6613525"/>
              <a:gd name="connsiteX3" fmla="*/ 6502400 w 6502400"/>
              <a:gd name="connsiteY3" fmla="*/ 434975 h 6613525"/>
              <a:gd name="connsiteX4" fmla="*/ 6502400 w 6502400"/>
              <a:gd name="connsiteY4" fmla="*/ 2577600 h 6613525"/>
              <a:gd name="connsiteX5" fmla="*/ 6502400 w 6502400"/>
              <a:gd name="connsiteY5" fmla="*/ 6397624 h 6613525"/>
              <a:gd name="connsiteX6" fmla="*/ 6502400 w 6502400"/>
              <a:gd name="connsiteY6" fmla="*/ 6613525 h 6613525"/>
              <a:gd name="connsiteX7" fmla="*/ 6456527 w 6502400"/>
              <a:gd name="connsiteY7" fmla="*/ 6613525 h 6613525"/>
              <a:gd name="connsiteX8" fmla="*/ 5729227 w 6502400"/>
              <a:gd name="connsiteY8" fmla="*/ 6613525 h 6613525"/>
              <a:gd name="connsiteX9" fmla="*/ 5700807 w 6502400"/>
              <a:gd name="connsiteY9" fmla="*/ 6613525 h 6613525"/>
              <a:gd name="connsiteX10" fmla="*/ 5572241 w 6502400"/>
              <a:gd name="connsiteY10" fmla="*/ 6613525 h 6613525"/>
              <a:gd name="connsiteX11" fmla="*/ 5429516 w 6502400"/>
              <a:gd name="connsiteY11" fmla="*/ 6613525 h 6613525"/>
              <a:gd name="connsiteX12" fmla="*/ 5363860 w 6502400"/>
              <a:gd name="connsiteY12" fmla="*/ 6613525 h 6613525"/>
              <a:gd name="connsiteX13" fmla="*/ 5300374 w 6502400"/>
              <a:gd name="connsiteY13" fmla="*/ 6613525 h 6613525"/>
              <a:gd name="connsiteX14" fmla="*/ 5184136 w 6502400"/>
              <a:gd name="connsiteY14" fmla="*/ 6613525 h 6613525"/>
              <a:gd name="connsiteX15" fmla="*/ 5080119 w 6502400"/>
              <a:gd name="connsiteY15" fmla="*/ 6613525 h 6613525"/>
              <a:gd name="connsiteX16" fmla="*/ 5047964 w 6502400"/>
              <a:gd name="connsiteY16" fmla="*/ 6613525 h 6613525"/>
              <a:gd name="connsiteX17" fmla="*/ 4987649 w 6502400"/>
              <a:gd name="connsiteY17" fmla="*/ 6613525 h 6613525"/>
              <a:gd name="connsiteX18" fmla="*/ 4834626 w 6502400"/>
              <a:gd name="connsiteY18" fmla="*/ 6613525 h 6613525"/>
              <a:gd name="connsiteX19" fmla="*/ 4752443 w 6502400"/>
              <a:gd name="connsiteY19" fmla="*/ 6613525 h 6613525"/>
              <a:gd name="connsiteX20" fmla="*/ 4719631 w 6502400"/>
              <a:gd name="connsiteY20" fmla="*/ 6613525 h 6613525"/>
              <a:gd name="connsiteX21" fmla="*/ 4637234 w 6502400"/>
              <a:gd name="connsiteY21" fmla="*/ 6613525 h 6613525"/>
              <a:gd name="connsiteX22" fmla="*/ 4582000 w 6502400"/>
              <a:gd name="connsiteY22" fmla="*/ 6613525 h 6613525"/>
              <a:gd name="connsiteX23" fmla="*/ 4548498 w 6502400"/>
              <a:gd name="connsiteY23" fmla="*/ 6613525 h 6613525"/>
              <a:gd name="connsiteX24" fmla="*/ 4531295 w 6502400"/>
              <a:gd name="connsiteY24" fmla="*/ 6613525 h 6613525"/>
              <a:gd name="connsiteX25" fmla="*/ 4524050 w 6502400"/>
              <a:gd name="connsiteY25" fmla="*/ 6613525 h 6613525"/>
              <a:gd name="connsiteX26" fmla="*/ 4476616 w 6502400"/>
              <a:gd name="connsiteY26" fmla="*/ 6613525 h 6613525"/>
              <a:gd name="connsiteX27" fmla="*/ 1992016 w 6502400"/>
              <a:gd name="connsiteY27" fmla="*/ 6613525 h 6613525"/>
              <a:gd name="connsiteX28" fmla="*/ 0 w 6502400"/>
              <a:gd name="connsiteY28" fmla="*/ 4402839 h 6613525"/>
              <a:gd name="connsiteX29" fmla="*/ 0 w 6502400"/>
              <a:gd name="connsiteY29" fmla="*/ 4186938 h 6613525"/>
              <a:gd name="connsiteX30" fmla="*/ 0 w 6502400"/>
              <a:gd name="connsiteY30" fmla="*/ 2577600 h 6613525"/>
              <a:gd name="connsiteX31" fmla="*/ 0 w 6502400"/>
              <a:gd name="connsiteY31" fmla="*/ 434975 h 6613525"/>
              <a:gd name="connsiteX32" fmla="*/ 0 w 6502400"/>
              <a:gd name="connsiteY32" fmla="*/ 219074 h 661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502400" h="6613525">
                <a:moveTo>
                  <a:pt x="0" y="0"/>
                </a:moveTo>
                <a:lnTo>
                  <a:pt x="6502400" y="0"/>
                </a:lnTo>
                <a:lnTo>
                  <a:pt x="6502400" y="219074"/>
                </a:lnTo>
                <a:lnTo>
                  <a:pt x="6502400" y="434975"/>
                </a:lnTo>
                <a:lnTo>
                  <a:pt x="6502400" y="2577600"/>
                </a:lnTo>
                <a:lnTo>
                  <a:pt x="6502400" y="6397624"/>
                </a:lnTo>
                <a:lnTo>
                  <a:pt x="6502400" y="6613525"/>
                </a:lnTo>
                <a:lnTo>
                  <a:pt x="6456527" y="6613525"/>
                </a:lnTo>
                <a:cubicBezTo>
                  <a:pt x="6175098" y="6613525"/>
                  <a:pt x="5934655" y="6613525"/>
                  <a:pt x="5729227" y="6613525"/>
                </a:cubicBezTo>
                <a:lnTo>
                  <a:pt x="5700807" y="6613525"/>
                </a:lnTo>
                <a:lnTo>
                  <a:pt x="5572241" y="6613525"/>
                </a:lnTo>
                <a:lnTo>
                  <a:pt x="5429516" y="6613525"/>
                </a:lnTo>
                <a:lnTo>
                  <a:pt x="5363860" y="6613525"/>
                </a:lnTo>
                <a:lnTo>
                  <a:pt x="5300374" y="6613525"/>
                </a:lnTo>
                <a:lnTo>
                  <a:pt x="5184136" y="6613525"/>
                </a:lnTo>
                <a:lnTo>
                  <a:pt x="5080119" y="6613525"/>
                </a:lnTo>
                <a:lnTo>
                  <a:pt x="5047964" y="6613525"/>
                </a:lnTo>
                <a:lnTo>
                  <a:pt x="4987649" y="6613525"/>
                </a:lnTo>
                <a:lnTo>
                  <a:pt x="4834626" y="6613525"/>
                </a:lnTo>
                <a:lnTo>
                  <a:pt x="4752443" y="6613525"/>
                </a:lnTo>
                <a:lnTo>
                  <a:pt x="4719631" y="6613525"/>
                </a:lnTo>
                <a:lnTo>
                  <a:pt x="4637234" y="6613525"/>
                </a:lnTo>
                <a:lnTo>
                  <a:pt x="4582000" y="6613525"/>
                </a:lnTo>
                <a:lnTo>
                  <a:pt x="4548498" y="6613525"/>
                </a:lnTo>
                <a:lnTo>
                  <a:pt x="4531295" y="6613525"/>
                </a:lnTo>
                <a:lnTo>
                  <a:pt x="4524050" y="6613525"/>
                </a:lnTo>
                <a:lnTo>
                  <a:pt x="4476616" y="6613525"/>
                </a:lnTo>
                <a:cubicBezTo>
                  <a:pt x="1992016" y="6613525"/>
                  <a:pt x="1992016" y="6613525"/>
                  <a:pt x="1992016" y="6613525"/>
                </a:cubicBezTo>
                <a:cubicBezTo>
                  <a:pt x="895707" y="6613525"/>
                  <a:pt x="0" y="5624670"/>
                  <a:pt x="0" y="4402839"/>
                </a:cubicBezTo>
                <a:lnTo>
                  <a:pt x="0" y="4186938"/>
                </a:lnTo>
                <a:lnTo>
                  <a:pt x="0" y="2577600"/>
                </a:lnTo>
                <a:lnTo>
                  <a:pt x="0" y="434975"/>
                </a:lnTo>
                <a:lnTo>
                  <a:pt x="0" y="219074"/>
                </a:lnTo>
                <a:close/>
              </a:path>
            </a:pathLst>
          </a:cu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455914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3D31C79-4F40-4167-8DD9-FA30BBB28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4BC9397-F940-4541-A10C-9962ECB9E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7F0CC5C-0F1D-42A1-8DE8-110E1560E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BBFA0D14-1D29-40F8-9967-174DC9D52339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F6A88C6-D7A9-4AF3-8CD0-3A18BD36B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581C330-ACF0-4AA0-9409-97890AB51D71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4351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rund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1DFE47B0-30C5-47CC-9738-49C442D9CB1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881562" y="0"/>
            <a:ext cx="7310438" cy="6200180"/>
          </a:xfrm>
          <a:custGeom>
            <a:avLst/>
            <a:gdLst>
              <a:gd name="connsiteX0" fmla="*/ 0 w 7797800"/>
              <a:gd name="connsiteY0" fmla="*/ 0 h 6613525"/>
              <a:gd name="connsiteX1" fmla="*/ 7797800 w 7797800"/>
              <a:gd name="connsiteY1" fmla="*/ 0 h 6613525"/>
              <a:gd name="connsiteX2" fmla="*/ 7797800 w 7797800"/>
              <a:gd name="connsiteY2" fmla="*/ 219071 h 6613525"/>
              <a:gd name="connsiteX3" fmla="*/ 7797800 w 7797800"/>
              <a:gd name="connsiteY3" fmla="*/ 434975 h 6613525"/>
              <a:gd name="connsiteX4" fmla="*/ 7797800 w 7797800"/>
              <a:gd name="connsiteY4" fmla="*/ 3586163 h 6613525"/>
              <a:gd name="connsiteX5" fmla="*/ 7797800 w 7797800"/>
              <a:gd name="connsiteY5" fmla="*/ 6184900 h 6613525"/>
              <a:gd name="connsiteX6" fmla="*/ 7797800 w 7797800"/>
              <a:gd name="connsiteY6" fmla="*/ 6613525 h 6613525"/>
              <a:gd name="connsiteX7" fmla="*/ 7429735 w 7797800"/>
              <a:gd name="connsiteY7" fmla="*/ 6613525 h 6613525"/>
              <a:gd name="connsiteX8" fmla="*/ 5729227 w 7797800"/>
              <a:gd name="connsiteY8" fmla="*/ 6613525 h 6613525"/>
              <a:gd name="connsiteX9" fmla="*/ 5700807 w 7797800"/>
              <a:gd name="connsiteY9" fmla="*/ 6613525 h 6613525"/>
              <a:gd name="connsiteX10" fmla="*/ 5572241 w 7797800"/>
              <a:gd name="connsiteY10" fmla="*/ 6613525 h 6613525"/>
              <a:gd name="connsiteX11" fmla="*/ 5429516 w 7797800"/>
              <a:gd name="connsiteY11" fmla="*/ 6613525 h 6613525"/>
              <a:gd name="connsiteX12" fmla="*/ 5363860 w 7797800"/>
              <a:gd name="connsiteY12" fmla="*/ 6613525 h 6613525"/>
              <a:gd name="connsiteX13" fmla="*/ 5300374 w 7797800"/>
              <a:gd name="connsiteY13" fmla="*/ 6613525 h 6613525"/>
              <a:gd name="connsiteX14" fmla="*/ 5184136 w 7797800"/>
              <a:gd name="connsiteY14" fmla="*/ 6613525 h 6613525"/>
              <a:gd name="connsiteX15" fmla="*/ 5080119 w 7797800"/>
              <a:gd name="connsiteY15" fmla="*/ 6613525 h 6613525"/>
              <a:gd name="connsiteX16" fmla="*/ 5047964 w 7797800"/>
              <a:gd name="connsiteY16" fmla="*/ 6613525 h 6613525"/>
              <a:gd name="connsiteX17" fmla="*/ 4987649 w 7797800"/>
              <a:gd name="connsiteY17" fmla="*/ 6613525 h 6613525"/>
              <a:gd name="connsiteX18" fmla="*/ 4834626 w 7797800"/>
              <a:gd name="connsiteY18" fmla="*/ 6613525 h 6613525"/>
              <a:gd name="connsiteX19" fmla="*/ 4752443 w 7797800"/>
              <a:gd name="connsiteY19" fmla="*/ 6613525 h 6613525"/>
              <a:gd name="connsiteX20" fmla="*/ 4719631 w 7797800"/>
              <a:gd name="connsiteY20" fmla="*/ 6613525 h 6613525"/>
              <a:gd name="connsiteX21" fmla="*/ 4637234 w 7797800"/>
              <a:gd name="connsiteY21" fmla="*/ 6613525 h 6613525"/>
              <a:gd name="connsiteX22" fmla="*/ 4582000 w 7797800"/>
              <a:gd name="connsiteY22" fmla="*/ 6613525 h 6613525"/>
              <a:gd name="connsiteX23" fmla="*/ 4548498 w 7797800"/>
              <a:gd name="connsiteY23" fmla="*/ 6613525 h 6613525"/>
              <a:gd name="connsiteX24" fmla="*/ 4531295 w 7797800"/>
              <a:gd name="connsiteY24" fmla="*/ 6613525 h 6613525"/>
              <a:gd name="connsiteX25" fmla="*/ 4524050 w 7797800"/>
              <a:gd name="connsiteY25" fmla="*/ 6613525 h 6613525"/>
              <a:gd name="connsiteX26" fmla="*/ 4476616 w 7797800"/>
              <a:gd name="connsiteY26" fmla="*/ 6613525 h 6613525"/>
              <a:gd name="connsiteX27" fmla="*/ 1992016 w 7797800"/>
              <a:gd name="connsiteY27" fmla="*/ 6613525 h 6613525"/>
              <a:gd name="connsiteX28" fmla="*/ 0 w 7797800"/>
              <a:gd name="connsiteY28" fmla="*/ 4402839 h 6613525"/>
              <a:gd name="connsiteX29" fmla="*/ 0 w 7797800"/>
              <a:gd name="connsiteY29" fmla="*/ 3974214 h 6613525"/>
              <a:gd name="connsiteX30" fmla="*/ 0 w 7797800"/>
              <a:gd name="connsiteY30" fmla="*/ 3586163 h 6613525"/>
              <a:gd name="connsiteX31" fmla="*/ 0 w 7797800"/>
              <a:gd name="connsiteY31" fmla="*/ 434975 h 6613525"/>
              <a:gd name="connsiteX32" fmla="*/ 0 w 7797800"/>
              <a:gd name="connsiteY32" fmla="*/ 219071 h 661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7797800" h="6613525">
                <a:moveTo>
                  <a:pt x="0" y="0"/>
                </a:moveTo>
                <a:lnTo>
                  <a:pt x="7797800" y="0"/>
                </a:lnTo>
                <a:lnTo>
                  <a:pt x="7797800" y="219071"/>
                </a:lnTo>
                <a:lnTo>
                  <a:pt x="7797800" y="434975"/>
                </a:lnTo>
                <a:lnTo>
                  <a:pt x="7797800" y="3586163"/>
                </a:lnTo>
                <a:lnTo>
                  <a:pt x="7797800" y="6184900"/>
                </a:lnTo>
                <a:lnTo>
                  <a:pt x="7797800" y="6613525"/>
                </a:lnTo>
                <a:lnTo>
                  <a:pt x="7429735" y="6613525"/>
                </a:lnTo>
                <a:cubicBezTo>
                  <a:pt x="6691002" y="6613525"/>
                  <a:pt x="6140082" y="6613525"/>
                  <a:pt x="5729227" y="6613525"/>
                </a:cubicBezTo>
                <a:lnTo>
                  <a:pt x="5700807" y="6613525"/>
                </a:lnTo>
                <a:lnTo>
                  <a:pt x="5572241" y="6613525"/>
                </a:lnTo>
                <a:lnTo>
                  <a:pt x="5429516" y="6613525"/>
                </a:lnTo>
                <a:lnTo>
                  <a:pt x="5363860" y="6613525"/>
                </a:lnTo>
                <a:lnTo>
                  <a:pt x="5300374" y="6613525"/>
                </a:lnTo>
                <a:lnTo>
                  <a:pt x="5184136" y="6613525"/>
                </a:lnTo>
                <a:lnTo>
                  <a:pt x="5080119" y="6613525"/>
                </a:lnTo>
                <a:lnTo>
                  <a:pt x="5047964" y="6613525"/>
                </a:lnTo>
                <a:lnTo>
                  <a:pt x="4987649" y="6613525"/>
                </a:lnTo>
                <a:lnTo>
                  <a:pt x="4834626" y="6613525"/>
                </a:lnTo>
                <a:lnTo>
                  <a:pt x="4752443" y="6613525"/>
                </a:lnTo>
                <a:lnTo>
                  <a:pt x="4719631" y="6613525"/>
                </a:lnTo>
                <a:lnTo>
                  <a:pt x="4637234" y="6613525"/>
                </a:lnTo>
                <a:lnTo>
                  <a:pt x="4582000" y="6613525"/>
                </a:lnTo>
                <a:lnTo>
                  <a:pt x="4548498" y="6613525"/>
                </a:lnTo>
                <a:lnTo>
                  <a:pt x="4531295" y="6613525"/>
                </a:lnTo>
                <a:lnTo>
                  <a:pt x="4524050" y="6613525"/>
                </a:lnTo>
                <a:lnTo>
                  <a:pt x="4476616" y="6613525"/>
                </a:lnTo>
                <a:cubicBezTo>
                  <a:pt x="1992016" y="6613525"/>
                  <a:pt x="1992016" y="6613525"/>
                  <a:pt x="1992016" y="6613525"/>
                </a:cubicBezTo>
                <a:cubicBezTo>
                  <a:pt x="895707" y="6613525"/>
                  <a:pt x="0" y="5624670"/>
                  <a:pt x="0" y="4402839"/>
                </a:cubicBezTo>
                <a:lnTo>
                  <a:pt x="0" y="3974214"/>
                </a:lnTo>
                <a:lnTo>
                  <a:pt x="0" y="3586163"/>
                </a:lnTo>
                <a:lnTo>
                  <a:pt x="0" y="434975"/>
                </a:lnTo>
                <a:lnTo>
                  <a:pt x="0" y="219071"/>
                </a:lnTo>
                <a:close/>
              </a:path>
            </a:pathLst>
          </a:cu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841B041-CA0D-4759-85BB-58F8C4E18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5EDF0ADB-90DF-45DE-AC55-A33E7A44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22C5063-6F9A-47D2-98AE-FD90D5057D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BCE3522C-E37C-4F5D-9481-79BE0D78DD0F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54CBE0B-95BC-4AD1-8CC9-CCE95489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5FE58C4-85D7-4D5F-A2EA-E1D2BAA2AF2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682239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x Bild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7" y="0"/>
            <a:ext cx="769590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045CF425-E922-4C00-98B9-2117F3977AB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526364" y="1"/>
            <a:ext cx="3665636" cy="3361278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C29CF8C-96F4-4FC6-85A9-5808E315A5D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526364" y="3361279"/>
            <a:ext cx="3665636" cy="3240000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6886279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F89336E-8C7F-44FB-935E-DD40D588E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7" name="SmartArt-Platzhalter 15">
            <a:extLst>
              <a:ext uri="{FF2B5EF4-FFF2-40B4-BE49-F238E27FC236}">
                <a16:creationId xmlns:a16="http://schemas.microsoft.com/office/drawing/2014/main" id="{CB9CD65D-EEB5-4163-A3FC-CBFDF2A34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8C1730A0-ED35-4C82-B49B-37D244A7A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C82D5C60-C2F2-4945-B67F-ED15BD57D5DF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63A68E5-A76E-4828-A264-5A2FC7EA9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6A07FA-204D-4CD9-A495-A5A239A1361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625820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x Bil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5265539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883591-1B67-4B53-A85B-ADD22FCADE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1"/>
            <a:ext cx="6096000" cy="3362028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663A9F80-27C0-4974-8A6F-E2E1622371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3362030"/>
            <a:ext cx="6096000" cy="3239986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455914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C7472B8-3348-4ECF-BE1D-CB675E93C1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1AD7361C-9510-4B92-9E85-71286B9905EA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BF79FC-A778-4114-8BE7-1559A30AC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6D97AB69-5941-4734-AF67-E3FD617192B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731492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x Bild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883591-1B67-4B53-A85B-ADD22FCADE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881563" y="1"/>
            <a:ext cx="3644800" cy="6602015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663A9F80-27C0-4974-8A6F-E2E1622371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526364" y="1"/>
            <a:ext cx="3663404" cy="6602016"/>
          </a:xfrm>
          <a:prstGeom prst="rect">
            <a:avLst/>
          </a:prstGeom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3999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7B6D993-D523-4C15-B185-BA2391C04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7CBB8F0-21F6-4021-99C6-31995BEDAF14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18A606-2AEA-4095-82C7-0CFB8FA20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C0DD871-8AA7-4826-9BFC-5EC28C56011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83839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ercollage (3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50" y="0"/>
            <a:ext cx="3239988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8" name="Bildplatzhalter 9">
            <a:extLst>
              <a:ext uri="{FF2B5EF4-FFF2-40B4-BE49-F238E27FC236}">
                <a16:creationId xmlns:a16="http://schemas.microsoft.com/office/drawing/2014/main" id="{844F630B-020A-4708-A5F7-06D475ABA27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8121551" y="1"/>
            <a:ext cx="4070449" cy="6602016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883591-1B67-4B53-A85B-ADD22FCADE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70450" y="0"/>
            <a:ext cx="4051101" cy="3362028"/>
          </a:xfrm>
          <a:prstGeom prst="rect">
            <a:avLst/>
          </a:prstGeom>
        </p:spPr>
        <p:txBody>
          <a:bodyPr wrap="square" tIns="18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663A9F80-27C0-4974-8A6F-E2E1622371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070449" y="3362028"/>
            <a:ext cx="4051103" cy="3239988"/>
          </a:xfrm>
          <a:prstGeom prst="rect">
            <a:avLst/>
          </a:prstGeom>
        </p:spPr>
        <p:txBody>
          <a:bodyPr wrap="square" tIns="18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2430365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A5513CB-95EA-4934-9668-5DE08D8EE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206F1C1A-A6A0-4062-AE96-FCC0E961F6A6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4802B48-427D-4B4A-BCBD-C63B84ACC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D4B6E6D-AFAF-4BFD-B8D7-F2E771FC3DB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88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ercollage (5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3239989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22" name="Bildplatzhalter 8">
            <a:extLst>
              <a:ext uri="{FF2B5EF4-FFF2-40B4-BE49-F238E27FC236}">
                <a16:creationId xmlns:a16="http://schemas.microsoft.com/office/drawing/2014/main" id="{E174C18E-5811-44E1-B842-34FB0736290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70450" y="-3375"/>
            <a:ext cx="4860726" cy="3365403"/>
          </a:xfrm>
          <a:prstGeom prst="rect">
            <a:avLst/>
          </a:prstGeom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 dirty="0"/>
              <a:t>Fügen Sie ein Bild über </a:t>
            </a:r>
            <a:br>
              <a:rPr lang="de-DE" dirty="0"/>
            </a:br>
            <a:r>
              <a:rPr lang="de-DE" dirty="0"/>
              <a:t>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kopieren Sie ein Bild in die </a:t>
            </a:r>
            <a:br>
              <a:rPr lang="de-DE" dirty="0"/>
            </a:br>
            <a:r>
              <a:rPr lang="de-DE" dirty="0"/>
              <a:t>Zwischenablage, wählen Sie den Platzhalter an </a:t>
            </a:r>
            <a:br>
              <a:rPr lang="de-DE" dirty="0"/>
            </a:br>
            <a:r>
              <a:rPr lang="de-DE" dirty="0"/>
              <a:t>und klicken Sie einfügen.</a:t>
            </a:r>
          </a:p>
        </p:txBody>
      </p:sp>
      <p:sp>
        <p:nvSpPr>
          <p:cNvPr id="23" name="Bildplatzhalter 9">
            <a:extLst>
              <a:ext uri="{FF2B5EF4-FFF2-40B4-BE49-F238E27FC236}">
                <a16:creationId xmlns:a16="http://schemas.microsoft.com/office/drawing/2014/main" id="{D4F4BA6B-4707-42DF-B0C6-44869D062E4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931176" y="-3375"/>
            <a:ext cx="3260824" cy="3365403"/>
          </a:xfrm>
          <a:prstGeom prst="rect">
            <a:avLst/>
          </a:prstGeom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26" name="Bildplatzhalter 9">
            <a:extLst>
              <a:ext uri="{FF2B5EF4-FFF2-40B4-BE49-F238E27FC236}">
                <a16:creationId xmlns:a16="http://schemas.microsoft.com/office/drawing/2014/main" id="{EA3A850A-EC9D-4B3C-BFE5-3695848ABDE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6096000" y="3362028"/>
            <a:ext cx="6096001" cy="3239988"/>
          </a:xfrm>
          <a:prstGeom prst="rect">
            <a:avLst/>
          </a:prstGeom>
        </p:spPr>
        <p:txBody>
          <a:bodyPr wrap="square" tIns="16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24" name="Bildplatzhalter 9">
            <a:extLst>
              <a:ext uri="{FF2B5EF4-FFF2-40B4-BE49-F238E27FC236}">
                <a16:creationId xmlns:a16="http://schemas.microsoft.com/office/drawing/2014/main" id="{126FBD38-44BD-466E-AB38-472C7EC3426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4070451" y="3362028"/>
            <a:ext cx="2025549" cy="1622625"/>
          </a:xfrm>
          <a:prstGeom prst="rect">
            <a:avLst/>
          </a:prstGeom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BE3AC6A9-4881-4DC9-AB29-2A50C97E9530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4070451" y="4984653"/>
            <a:ext cx="2025549" cy="1617363"/>
          </a:xfrm>
          <a:prstGeom prst="rect">
            <a:avLst/>
          </a:prstGeom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2430365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87F77E0F-971D-49E2-9D7A-20D8400DE9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F955B34-F7FB-45CB-B728-CEB73897782D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50F1E75-BE67-496D-9F1C-231FD22F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F1A4F10-4450-4A82-89D0-00ED57180C47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58971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289"/>
            <a:ext cx="5265539" cy="2430364"/>
          </a:xfrm>
          <a:prstGeom prst="rect">
            <a:avLst/>
          </a:prstGeom>
        </p:spPr>
        <p:txBody>
          <a:bodyPr wrap="square" lIns="0" tIns="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5062500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F58E38BB-C54E-4357-87FF-E02D46FC5F1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01" y="1741289"/>
            <a:ext cx="5265539" cy="2430364"/>
          </a:xfrm>
          <a:prstGeom prst="rect">
            <a:avLst/>
          </a:prstGeom>
        </p:spPr>
        <p:txBody>
          <a:bodyPr wrap="square" lIns="0" tIns="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5999" y="4576466"/>
            <a:ext cx="5062500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4B34527-C6E1-4079-BFE6-20C89EE64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0" name="SmartArt-Platzhalter 15">
            <a:extLst>
              <a:ext uri="{FF2B5EF4-FFF2-40B4-BE49-F238E27FC236}">
                <a16:creationId xmlns:a16="http://schemas.microsoft.com/office/drawing/2014/main" id="{1E5CB0C5-652C-446F-9D2E-753C75FF0E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C4FDFD9-52DA-45A0-9096-4C0422C9C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8D0BE76-85A5-4D30-89BF-F9AB9B2CB0AB}" type="datetime1">
              <a:rPr lang="de-DE" smtClean="0"/>
              <a:t>16.06.2026</a:t>
            </a:fld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4361E0EE-A58E-4496-9AF4-EC49C10B9F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66F57B7A-82C4-47BA-9DCC-9D1B3FEE7FB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73703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E9F7F59E-A326-40B7-80C8-C7A33B369F0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29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11E9FA48-7791-48D1-B306-E90B6F0406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 bwMode="gray">
          <a:xfrm>
            <a:off x="3462961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BD928CB-6FF7-4AF9-AADC-3F814CB07C2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54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 dirty="0"/>
              <a:t>Fügen Sie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370EC4AF-8891-4E64-B16A-0C95AF715F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6095461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BAC8D9DE-DC9A-43EB-96A6-9426B9976B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279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A236BC54-9339-4DF3-A90B-D4305E003F5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727961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2D21668-59C7-4052-8EDA-F34093247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35814AE-B98C-404B-84E5-379A072768FF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23C7F80-AD22-42A1-8740-01460BDE1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C4DB44A2-75E2-4597-82E1-EAC8DF0257C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96603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Bild run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931892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6D45E653-349D-43A0-89E6-ECE1C8CC48B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564393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C12D6806-E7C3-4149-8F90-78D257E9326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 bwMode="gray">
          <a:xfrm>
            <a:off x="3462961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Bildplatzhalter 8">
            <a:extLst>
              <a:ext uri="{FF2B5EF4-FFF2-40B4-BE49-F238E27FC236}">
                <a16:creationId xmlns:a16="http://schemas.microsoft.com/office/drawing/2014/main" id="{D2B0E262-99C6-40DB-B80D-36130BFB6EC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6196893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BC30BFD-0C2F-410D-9540-2B07B223AA0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 bwMode="gray">
          <a:xfrm>
            <a:off x="6095461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Bildplatzhalter 8">
            <a:extLst>
              <a:ext uri="{FF2B5EF4-FFF2-40B4-BE49-F238E27FC236}">
                <a16:creationId xmlns:a16="http://schemas.microsoft.com/office/drawing/2014/main" id="{9588316C-4917-44F6-907F-88AEBC8FA35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8829393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38" name="Textplatzhalter 6">
            <a:extLst>
              <a:ext uri="{FF2B5EF4-FFF2-40B4-BE49-F238E27FC236}">
                <a16:creationId xmlns:a16="http://schemas.microsoft.com/office/drawing/2014/main" id="{3835C8E8-CC9D-4DA9-ABE9-BA321759460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8727961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A7F6EAC-4279-4838-98C9-A6C2C6478C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90247161-9ACC-4C52-B8D8-317DEA1585E3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7FE1C9F-D808-456E-A4B6-F275A42C7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56B752-A1BE-476C-B60F-68F3AABB5113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19725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Bild rund Verlauf">
    <p:bg>
      <p:bgPr>
        <a:gradFill>
          <a:gsLst>
            <a:gs pos="67000">
              <a:schemeClr val="tx2"/>
            </a:gs>
            <a:gs pos="15000">
              <a:schemeClr val="bg2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6A08E4A0-8050-4E2F-9E7F-03014E343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3362028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931892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6D45E653-349D-43A0-89E6-ECE1C8CC48B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564393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D06339F8-4BC0-4288-B835-370FA15391B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3462961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Bildplatzhalter 8">
            <a:extLst>
              <a:ext uri="{FF2B5EF4-FFF2-40B4-BE49-F238E27FC236}">
                <a16:creationId xmlns:a16="http://schemas.microsoft.com/office/drawing/2014/main" id="{D2B0E262-99C6-40DB-B80D-36130BFB6EC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6196893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E2A536DE-0A58-48D3-9F53-C2E5361C82A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6095461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Bildplatzhalter 8">
            <a:extLst>
              <a:ext uri="{FF2B5EF4-FFF2-40B4-BE49-F238E27FC236}">
                <a16:creationId xmlns:a16="http://schemas.microsoft.com/office/drawing/2014/main" id="{9588316C-4917-44F6-907F-88AEBC8FA35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8829393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05D8A87E-4526-46A4-A553-1D83DE4DAFD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 bwMode="gray">
          <a:xfrm>
            <a:off x="8727961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SmartArt-Platzhalter 15">
            <a:extLst>
              <a:ext uri="{FF2B5EF4-FFF2-40B4-BE49-F238E27FC236}">
                <a16:creationId xmlns:a16="http://schemas.microsoft.com/office/drawing/2014/main" id="{C051E6A1-1FF8-444C-9A46-57BB8D0D8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F62C4E0-9AF2-447B-A086-04B9825F4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1479A61D-FE6B-473A-BD97-5B3DD28AF72D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3AA788-D4C4-432C-ABCD-9FE873039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D2E7176-E8AC-4649-8E85-197B659098B6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46475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collage (7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90C80CA9-65CA-430C-B10A-C94F9849A6D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-1" y="-3375"/>
            <a:ext cx="4070452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37" name="Bildplatzhalter 9">
            <a:extLst>
              <a:ext uri="{FF2B5EF4-FFF2-40B4-BE49-F238E27FC236}">
                <a16:creationId xmlns:a16="http://schemas.microsoft.com/office/drawing/2014/main" id="{52AD4139-D26C-476B-81BD-F8AF188CFF8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4070450" y="-3375"/>
            <a:ext cx="4860726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45" name="Bildplatzhalter 9">
            <a:extLst>
              <a:ext uri="{FF2B5EF4-FFF2-40B4-BE49-F238E27FC236}">
                <a16:creationId xmlns:a16="http://schemas.microsoft.com/office/drawing/2014/main" id="{882F9B25-64A6-4750-9247-2736D8BFC1C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931176" y="-3375"/>
            <a:ext cx="3260824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35" name="Bildplatzhalter 9">
            <a:extLst>
              <a:ext uri="{FF2B5EF4-FFF2-40B4-BE49-F238E27FC236}">
                <a16:creationId xmlns:a16="http://schemas.microsoft.com/office/drawing/2014/main" id="{AC0383F1-44B0-47FC-A577-FFE4D63B2D25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-1" y="3362028"/>
            <a:ext cx="4070452" cy="3239988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39" name="Bildplatzhalter 9">
            <a:extLst>
              <a:ext uri="{FF2B5EF4-FFF2-40B4-BE49-F238E27FC236}">
                <a16:creationId xmlns:a16="http://schemas.microsoft.com/office/drawing/2014/main" id="{86488C28-DE6D-42B2-BF4D-E12E4D91760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4070451" y="3362028"/>
            <a:ext cx="2025549" cy="1622625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3" name="Bildplatzhalter 9">
            <a:extLst>
              <a:ext uri="{FF2B5EF4-FFF2-40B4-BE49-F238E27FC236}">
                <a16:creationId xmlns:a16="http://schemas.microsoft.com/office/drawing/2014/main" id="{2FDA8E29-E8B1-4FEF-916A-8B5545A95CC8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070451" y="4984653"/>
            <a:ext cx="2025549" cy="1617363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7" name="Bildplatzhalter 9">
            <a:extLst>
              <a:ext uri="{FF2B5EF4-FFF2-40B4-BE49-F238E27FC236}">
                <a16:creationId xmlns:a16="http://schemas.microsoft.com/office/drawing/2014/main" id="{447243F6-D7C4-4E31-BE54-27CA1833571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096000" y="3362028"/>
            <a:ext cx="6096001" cy="3239988"/>
          </a:xfrm>
          <a:prstGeom prst="rect">
            <a:avLst/>
          </a:prstGeom>
          <a:noFill/>
        </p:spPr>
        <p:txBody>
          <a:bodyPr wrap="square" tIns="16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715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7869510-B7B2-428F-B027-A41E91F65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0"/>
          </p:nvPr>
        </p:nvSpPr>
        <p:spPr/>
        <p:txBody>
          <a:bodyPr/>
          <a:lstStyle/>
          <a:p>
            <a:fld id="{89C15A86-4885-40DC-9E41-CB87D57C2669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2A11E24-6539-4FF2-89BB-EB6381F83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38BFFF-F74F-4D2B-83C7-C32B582A2098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170036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collage (8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90C80CA9-65CA-430C-B10A-C94F9849A6D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-1" y="-3375"/>
            <a:ext cx="4070452" cy="6605391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37" name="Bildplatzhalter 9">
            <a:extLst>
              <a:ext uri="{FF2B5EF4-FFF2-40B4-BE49-F238E27FC236}">
                <a16:creationId xmlns:a16="http://schemas.microsoft.com/office/drawing/2014/main" id="{52AD4139-D26C-476B-81BD-F8AF188CFF8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4070450" y="-3375"/>
            <a:ext cx="4860726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45" name="Bildplatzhalter 9">
            <a:extLst>
              <a:ext uri="{FF2B5EF4-FFF2-40B4-BE49-F238E27FC236}">
                <a16:creationId xmlns:a16="http://schemas.microsoft.com/office/drawing/2014/main" id="{882F9B25-64A6-4750-9247-2736D8BFC1C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931176" y="-3375"/>
            <a:ext cx="3260824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39" name="Bildplatzhalter 9">
            <a:extLst>
              <a:ext uri="{FF2B5EF4-FFF2-40B4-BE49-F238E27FC236}">
                <a16:creationId xmlns:a16="http://schemas.microsoft.com/office/drawing/2014/main" id="{86488C28-DE6D-42B2-BF4D-E12E4D91760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4070451" y="3362028"/>
            <a:ext cx="2025549" cy="1622625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3" name="Bildplatzhalter 9">
            <a:extLst>
              <a:ext uri="{FF2B5EF4-FFF2-40B4-BE49-F238E27FC236}">
                <a16:creationId xmlns:a16="http://schemas.microsoft.com/office/drawing/2014/main" id="{2FDA8E29-E8B1-4FEF-916A-8B5545A95CC8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070451" y="4984653"/>
            <a:ext cx="2025549" cy="1617363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7" name="Bildplatzhalter 9">
            <a:extLst>
              <a:ext uri="{FF2B5EF4-FFF2-40B4-BE49-F238E27FC236}">
                <a16:creationId xmlns:a16="http://schemas.microsoft.com/office/drawing/2014/main" id="{447243F6-D7C4-4E31-BE54-27CA1833571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096000" y="3362028"/>
            <a:ext cx="2835177" cy="3239988"/>
          </a:xfrm>
          <a:prstGeom prst="rect">
            <a:avLst/>
          </a:prstGeom>
          <a:noFill/>
        </p:spPr>
        <p:txBody>
          <a:bodyPr wrap="square" tIns="16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an und klicken Sie einfügen.</a:t>
            </a:r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16" name="Bildplatzhalter 9">
            <a:extLst>
              <a:ext uri="{FF2B5EF4-FFF2-40B4-BE49-F238E27FC236}">
                <a16:creationId xmlns:a16="http://schemas.microsoft.com/office/drawing/2014/main" id="{D58CAC44-A650-437C-9243-FAAD32414B82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8931176" y="3362029"/>
            <a:ext cx="3260824" cy="1619250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18" name="Bildplatzhalter 9">
            <a:extLst>
              <a:ext uri="{FF2B5EF4-FFF2-40B4-BE49-F238E27FC236}">
                <a16:creationId xmlns:a16="http://schemas.microsoft.com/office/drawing/2014/main" id="{2F286617-5D0D-4FB5-9156-DAFAA88E6EB2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931176" y="4981279"/>
            <a:ext cx="3260824" cy="1619250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715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B1F347-3807-4448-A24F-6239D27D81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2"/>
          </p:nvPr>
        </p:nvSpPr>
        <p:spPr/>
        <p:txBody>
          <a:bodyPr/>
          <a:lstStyle/>
          <a:p>
            <a:fld id="{6A057073-3811-4FFF-A691-A719E0A4EB04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A0C1EE5-EE8D-4FE3-AD86-74609559C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3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1B84A-CB45-4CBE-86ED-661E243A75EF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07730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8C3FA637-18C6-4959-BC8C-588FB5F769D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12192000" cy="6602016"/>
          </a:xfrm>
          <a:prstGeom prst="rect">
            <a:avLst/>
          </a:prstGeom>
          <a:noFill/>
        </p:spPr>
        <p:txBody>
          <a:bodyPr wrap="square" tIns="169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AB35C7-8A40-4954-932D-ADE9005398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16FBAD6C-8EE4-4077-8B71-C49916601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FF2CDF0-60C5-4E71-9769-7F5B977FA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7BFB328B-7A18-412D-8A34-7710CF59A115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A26037C-4C46-4232-A991-DE68902BB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E1066F2-1A76-46F0-A0D5-7C9E6C817A8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496509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vollflächi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enplatzhalter 6">
            <a:extLst>
              <a:ext uri="{FF2B5EF4-FFF2-40B4-BE49-F238E27FC236}">
                <a16:creationId xmlns:a16="http://schemas.microsoft.com/office/drawing/2014/main" id="{1F935D10-EA43-40E5-B179-993055D00E12}"/>
              </a:ext>
            </a:extLst>
          </p:cNvPr>
          <p:cNvSpPr>
            <a:spLocks noGrp="1"/>
          </p:cNvSpPr>
          <p:nvPr>
            <p:ph type="media" sz="quarter" idx="25" hasCustomPrompt="1"/>
          </p:nvPr>
        </p:nvSpPr>
        <p:spPr>
          <a:xfrm>
            <a:off x="0" y="0"/>
            <a:ext cx="12192000" cy="6602016"/>
          </a:xfrm>
          <a:solidFill>
            <a:srgbClr val="FBFBFA"/>
          </a:solidFill>
        </p:spPr>
        <p:txBody>
          <a:bodyPr tIns="16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 dirty="0"/>
              <a:t>Fügen Sie ein Video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kopieren Sie ein Video in die Zwischenablage, </a:t>
            </a:r>
            <a:br>
              <a:rPr lang="de-DE" dirty="0"/>
            </a:br>
            <a:r>
              <a:rPr lang="de-DE" dirty="0"/>
              <a:t>wählen Sie den Platzhalter an und klicken Sie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AB35C7-8A40-4954-932D-ADE9005398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16FBAD6C-8EE4-4077-8B71-C49916601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75FC3EA-7BAA-45A2-B757-B45FF72CC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90EF1169-69EC-4B68-8F8C-43A1FEBB0951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6E4A307-13CD-46E2-9A0C-5A06860E1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C5288A2-A742-4818-B48D-27146D60F052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237614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Bil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237DB59B-042C-49E2-81E1-46A5EA42D4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E9F7F59E-A326-40B7-80C8-C7A33B369F0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3884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F89E8FEE-EE3E-4CDB-98AB-37D27901D3F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 bwMode="gray">
          <a:xfrm>
            <a:off x="3463884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BD928CB-6FF7-4AF9-AADC-3F814CB07C2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7308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11E7B2E9-3444-4D95-99A8-38AC1DA83E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gray">
          <a:xfrm>
            <a:off x="6097308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BAC8D9DE-DC9A-43EB-96A6-9426B9976B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30732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1" name="Textplatzhalter 6">
            <a:extLst>
              <a:ext uri="{FF2B5EF4-FFF2-40B4-BE49-F238E27FC236}">
                <a16:creationId xmlns:a16="http://schemas.microsoft.com/office/drawing/2014/main" id="{6EE436D6-BC4C-4632-B041-EFDF0FC5289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gray">
          <a:xfrm>
            <a:off x="8730732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865BB58-589A-43E0-A0C1-21E55D2B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71FE2D78-7FAB-4FBC-859E-B09F5CD181B8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FC50F06-5FF8-4EAF-BFFF-42D701140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969166E0-7CC9-498D-986E-8815364341AD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251040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x Bil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F803DAF1-4979-452B-BC78-595DA5AFD2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E9F7F59E-A326-40B7-80C8-C7A33B369F0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3884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0F362ADB-FF6E-4474-8DB1-607A5EDE09B2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 bwMode="gray">
          <a:xfrm>
            <a:off x="3463884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BD928CB-6FF7-4AF9-AADC-3F814CB07C2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7308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624877C0-8BEB-474F-BBBA-A7720229705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 bwMode="gray">
          <a:xfrm>
            <a:off x="6097308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BAC8D9DE-DC9A-43EB-96A6-9426B9976B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30732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A779796A-54DA-41EB-83CB-CA44E88A2AD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 bwMode="gray">
          <a:xfrm>
            <a:off x="8730732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493688EB-1760-4DCA-9977-7D3BD228F63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830461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8" name="Textplatzhalter 6">
            <a:extLst>
              <a:ext uri="{FF2B5EF4-FFF2-40B4-BE49-F238E27FC236}">
                <a16:creationId xmlns:a16="http://schemas.microsoft.com/office/drawing/2014/main" id="{4DD49FBA-159A-481F-88A2-060D2B2AF1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 bwMode="gray">
          <a:xfrm>
            <a:off x="830461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C9C9EFDF-2CE6-4F58-B535-7D53BB18BBA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3463884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9" name="Textplatzhalter 6">
            <a:extLst>
              <a:ext uri="{FF2B5EF4-FFF2-40B4-BE49-F238E27FC236}">
                <a16:creationId xmlns:a16="http://schemas.microsoft.com/office/drawing/2014/main" id="{556F66DA-1B8D-44BB-804E-B720120D204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 bwMode="gray">
          <a:xfrm>
            <a:off x="3463884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Bildplatzhalter 10">
            <a:extLst>
              <a:ext uri="{FF2B5EF4-FFF2-40B4-BE49-F238E27FC236}">
                <a16:creationId xmlns:a16="http://schemas.microsoft.com/office/drawing/2014/main" id="{8966A402-B55B-4921-B4B2-648066282445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6097308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50" name="Textplatzhalter 6">
            <a:extLst>
              <a:ext uri="{FF2B5EF4-FFF2-40B4-BE49-F238E27FC236}">
                <a16:creationId xmlns:a16="http://schemas.microsoft.com/office/drawing/2014/main" id="{A3BBDE12-1AC8-40D9-B48E-AFBFA1CBF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 bwMode="gray">
          <a:xfrm>
            <a:off x="6097308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Bildplatzhalter 11">
            <a:extLst>
              <a:ext uri="{FF2B5EF4-FFF2-40B4-BE49-F238E27FC236}">
                <a16:creationId xmlns:a16="http://schemas.microsoft.com/office/drawing/2014/main" id="{9C6EAABC-73DC-489C-B44C-AAA3BC5CFCC9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8730732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51" name="Textplatzhalter 6">
            <a:extLst>
              <a:ext uri="{FF2B5EF4-FFF2-40B4-BE49-F238E27FC236}">
                <a16:creationId xmlns:a16="http://schemas.microsoft.com/office/drawing/2014/main" id="{CD473782-2F23-4A4D-B6A6-EF3B8F7059FE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 bwMode="gray">
          <a:xfrm>
            <a:off x="8730732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43F80E0-968B-4131-AF39-895F61177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50"/>
          </p:nvPr>
        </p:nvSpPr>
        <p:spPr/>
        <p:txBody>
          <a:bodyPr/>
          <a:lstStyle/>
          <a:p>
            <a:fld id="{AA643DE5-AB4C-417E-9F81-D709AFE58F2C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E1D48F5-3442-438A-8DB2-DD874EBC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1420230-0E11-4CED-91E8-CF53072A8489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744591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Bild run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B8BB9C51-505E-44D3-844F-138BA123DB9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830461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4" name="Textplatzhalter 33">
            <a:extLst>
              <a:ext uri="{FF2B5EF4-FFF2-40B4-BE49-F238E27FC236}">
                <a16:creationId xmlns:a16="http://schemas.microsoft.com/office/drawing/2014/main" id="{DDC23DB1-CE9F-47BB-91DA-52CBD90D7D8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830461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DC4216AD-469D-4270-B573-2D2A2F5F615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3463884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9" name="Textplatzhalter 38">
            <a:extLst>
              <a:ext uri="{FF2B5EF4-FFF2-40B4-BE49-F238E27FC236}">
                <a16:creationId xmlns:a16="http://schemas.microsoft.com/office/drawing/2014/main" id="{8F7D00E7-B4C2-44FA-B33E-57E0984581E2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 bwMode="gray">
          <a:xfrm>
            <a:off x="3463885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Bildplatzhalter 23">
            <a:extLst>
              <a:ext uri="{FF2B5EF4-FFF2-40B4-BE49-F238E27FC236}">
                <a16:creationId xmlns:a16="http://schemas.microsoft.com/office/drawing/2014/main" id="{0B12662D-245D-437D-A924-A4C497060B6D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6097308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2682A65C-8DBB-481D-A5B6-62F986E1C86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 bwMode="gray">
          <a:xfrm>
            <a:off x="6097308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 b="0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Bildplatzhalter 25">
            <a:extLst>
              <a:ext uri="{FF2B5EF4-FFF2-40B4-BE49-F238E27FC236}">
                <a16:creationId xmlns:a16="http://schemas.microsoft.com/office/drawing/2014/main" id="{48C4110B-15E8-498D-8DB1-8E49EE979B8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8730732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F1DD9F68-E4C4-4A59-85D9-1B6D5E296AB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 bwMode="gray">
          <a:xfrm>
            <a:off x="8730732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 b="0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F71C7EE-D6A8-4410-BA46-D508AD2D8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fld id="{3C8048D8-9516-465D-8CA6-5135AEBC17FD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4E2E513-9D22-49C5-A95E-260B80B50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A94B6B3-E331-4F6D-9918-628D3674A564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730761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x Bild run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26" name="Bildplatzhalter 25">
            <a:extLst>
              <a:ext uri="{FF2B5EF4-FFF2-40B4-BE49-F238E27FC236}">
                <a16:creationId xmlns:a16="http://schemas.microsoft.com/office/drawing/2014/main" id="{83A0F15D-ED99-43CD-AE3E-BDD3FD27E9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5 w 2592000"/>
              <a:gd name="connsiteY1" fmla="*/ 0 h 1295360"/>
              <a:gd name="connsiteX2" fmla="*/ 2516161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39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5" y="0"/>
                </a:lnTo>
                <a:lnTo>
                  <a:pt x="2516161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39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28" name="Textplatzhalter 61">
            <a:extLst>
              <a:ext uri="{FF2B5EF4-FFF2-40B4-BE49-F238E27FC236}">
                <a16:creationId xmlns:a16="http://schemas.microsoft.com/office/drawing/2014/main" id="{CDA1508E-BC4C-4113-9105-2749953F8B1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830461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Bildplatzhalter 31">
            <a:extLst>
              <a:ext uri="{FF2B5EF4-FFF2-40B4-BE49-F238E27FC236}">
                <a16:creationId xmlns:a16="http://schemas.microsoft.com/office/drawing/2014/main" id="{1EED0048-45B9-4C36-AD51-65FA2BED4D4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3884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4 w 2592000"/>
              <a:gd name="connsiteY1" fmla="*/ 0 h 1295360"/>
              <a:gd name="connsiteX2" fmla="*/ 2516160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39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4" y="0"/>
                </a:lnTo>
                <a:lnTo>
                  <a:pt x="2516160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39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29" name="Textplatzhalter 61">
            <a:extLst>
              <a:ext uri="{FF2B5EF4-FFF2-40B4-BE49-F238E27FC236}">
                <a16:creationId xmlns:a16="http://schemas.microsoft.com/office/drawing/2014/main" id="{98EDDA16-033F-43C7-8CB5-19133BF619B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 bwMode="gray">
          <a:xfrm>
            <a:off x="3463884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Bildplatzhalter 33">
            <a:extLst>
              <a:ext uri="{FF2B5EF4-FFF2-40B4-BE49-F238E27FC236}">
                <a16:creationId xmlns:a16="http://schemas.microsoft.com/office/drawing/2014/main" id="{0647988F-2046-4674-9B00-7AA537085F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7308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5 w 2592000"/>
              <a:gd name="connsiteY1" fmla="*/ 0 h 1295360"/>
              <a:gd name="connsiteX2" fmla="*/ 2516161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40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5" y="0"/>
                </a:lnTo>
                <a:lnTo>
                  <a:pt x="2516161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40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0" name="Textplatzhalter 61">
            <a:extLst>
              <a:ext uri="{FF2B5EF4-FFF2-40B4-BE49-F238E27FC236}">
                <a16:creationId xmlns:a16="http://schemas.microsoft.com/office/drawing/2014/main" id="{8E45F67A-AD6D-4F28-8DEF-9AD2A183CFA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 bwMode="gray">
          <a:xfrm>
            <a:off x="6097308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C57789D7-7545-4293-9781-02B0B6F33BD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30732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5 w 2592000"/>
              <a:gd name="connsiteY1" fmla="*/ 0 h 1295360"/>
              <a:gd name="connsiteX2" fmla="*/ 2516161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39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5" y="0"/>
                </a:lnTo>
                <a:lnTo>
                  <a:pt x="2516161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39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1" name="Textplatzhalter 61">
            <a:extLst>
              <a:ext uri="{FF2B5EF4-FFF2-40B4-BE49-F238E27FC236}">
                <a16:creationId xmlns:a16="http://schemas.microsoft.com/office/drawing/2014/main" id="{E240E55E-5377-49E3-8E0F-8E1D3F37C8D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 bwMode="gray">
          <a:xfrm>
            <a:off x="8730732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Bildplatzhalter 41">
            <a:extLst>
              <a:ext uri="{FF2B5EF4-FFF2-40B4-BE49-F238E27FC236}">
                <a16:creationId xmlns:a16="http://schemas.microsoft.com/office/drawing/2014/main" id="{1B571028-A387-4A46-98BF-926A5520754E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830461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7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6" name="Textplatzhalter 61">
            <a:extLst>
              <a:ext uri="{FF2B5EF4-FFF2-40B4-BE49-F238E27FC236}">
                <a16:creationId xmlns:a16="http://schemas.microsoft.com/office/drawing/2014/main" id="{C43DA8D7-E6C3-402C-8B0E-CA333CC3C1F7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 bwMode="gray">
          <a:xfrm>
            <a:off x="830461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Bildplatzhalter 43">
            <a:extLst>
              <a:ext uri="{FF2B5EF4-FFF2-40B4-BE49-F238E27FC236}">
                <a16:creationId xmlns:a16="http://schemas.microsoft.com/office/drawing/2014/main" id="{481BA71E-CCF9-4A7C-9D4C-7FE9DF645B1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3463884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6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6" y="0"/>
                </a:lnTo>
                <a:cubicBezTo>
                  <a:pt x="2536405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7" name="Textplatzhalter 61">
            <a:extLst>
              <a:ext uri="{FF2B5EF4-FFF2-40B4-BE49-F238E27FC236}">
                <a16:creationId xmlns:a16="http://schemas.microsoft.com/office/drawing/2014/main" id="{15E77A41-C74F-4F73-8C0F-C561496E1273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 bwMode="gray">
          <a:xfrm>
            <a:off x="3463884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Bildplatzhalter 46">
            <a:extLst>
              <a:ext uri="{FF2B5EF4-FFF2-40B4-BE49-F238E27FC236}">
                <a16:creationId xmlns:a16="http://schemas.microsoft.com/office/drawing/2014/main" id="{7A911478-E9B4-4BE7-B4EB-23FD6F01718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6097308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7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5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8" name="Textplatzhalter 61">
            <a:extLst>
              <a:ext uri="{FF2B5EF4-FFF2-40B4-BE49-F238E27FC236}">
                <a16:creationId xmlns:a16="http://schemas.microsoft.com/office/drawing/2014/main" id="{97A2BB9C-D87B-462C-BDBD-3AFF71FC747C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 bwMode="gray">
          <a:xfrm>
            <a:off x="6097308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Bildplatzhalter 49">
            <a:extLst>
              <a:ext uri="{FF2B5EF4-FFF2-40B4-BE49-F238E27FC236}">
                <a16:creationId xmlns:a16="http://schemas.microsoft.com/office/drawing/2014/main" id="{7EA2A02F-35FD-430B-A667-443C59ED2281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8730732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7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9" name="Textplatzhalter 61">
            <a:extLst>
              <a:ext uri="{FF2B5EF4-FFF2-40B4-BE49-F238E27FC236}">
                <a16:creationId xmlns:a16="http://schemas.microsoft.com/office/drawing/2014/main" id="{F4FF36DC-05F1-4AC7-9BF8-893B3900BAA6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 bwMode="gray">
          <a:xfrm>
            <a:off x="8730732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FC8026E-E59A-46A3-B56A-E744AABEA8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64"/>
          </p:nvPr>
        </p:nvSpPr>
        <p:spPr/>
        <p:txBody>
          <a:bodyPr/>
          <a:lstStyle/>
          <a:p>
            <a:fld id="{A5E90122-B3DA-4BBF-8129-045FF274625F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97CD919-7212-47D8-8F6F-515C0918E9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65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117B8C8-9AAC-4654-AC86-E9FB2E7A49C3}"/>
              </a:ext>
            </a:extLst>
          </p:cNvPr>
          <p:cNvSpPr>
            <a:spLocks noGrp="1"/>
          </p:cNvSpPr>
          <p:nvPr>
            <p:ph type="sldNum" sz="quarter" idx="66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725359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groß + Rahme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martArt-Platzhalter 8">
            <a:extLst>
              <a:ext uri="{FF2B5EF4-FFF2-40B4-BE49-F238E27FC236}">
                <a16:creationId xmlns:a16="http://schemas.microsoft.com/office/drawing/2014/main" id="{86DCA8E0-6DE1-41C2-A4CF-C5D7D88B9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5"/>
          </p:nvPr>
        </p:nvSpPr>
        <p:spPr>
          <a:xfrm>
            <a:off x="4881562" y="0"/>
            <a:ext cx="7310438" cy="6602016"/>
          </a:xfrm>
          <a:gradFill>
            <a:gsLst>
              <a:gs pos="0">
                <a:schemeClr val="tx2"/>
              </a:gs>
              <a:gs pos="65000">
                <a:schemeClr val="bg2"/>
              </a:gs>
            </a:gsLst>
            <a:lin ang="18600000" scaled="0"/>
          </a:gra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/>
              <a:t>Click icon to add SmartArt graphic</a:t>
            </a:r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F3FA2A8C-1E1F-4D8E-9247-11E5E421E12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5488782" y="0"/>
            <a:ext cx="6703218" cy="5994798"/>
          </a:xfrm>
          <a:prstGeom prst="rect">
            <a:avLst/>
          </a:prstGeom>
          <a:solidFill>
            <a:srgbClr val="FBFBFA"/>
          </a:solidFill>
        </p:spPr>
        <p:txBody>
          <a:bodyPr wrap="square" tIns="237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841B041-CA0D-4759-85BB-58F8C4E18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5EDF0ADB-90DF-45DE-AC55-A33E7A44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59FF047-2FC3-4E0C-B8DD-F0065B68B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7D986075-14FB-4AB8-A4AA-A7E2BB4D95BF}" type="datetime1">
              <a:rPr lang="de-DE" smtClean="0"/>
              <a:t>16.06.2026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A3C6FDB-F7E0-4420-94AF-9EB51B7B8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7EFEAD6-58CA-4F13-AD0D-0F8D42AA658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887061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zit + Bil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830462" y="1741289"/>
            <a:ext cx="6075163" cy="2025551"/>
          </a:xfrm>
        </p:spPr>
        <p:txBody>
          <a:bodyPr tIns="0" anchor="b" anchorCtr="0"/>
          <a:lstStyle>
            <a:lvl1pPr>
              <a:spcAft>
                <a:spcPts val="1125"/>
              </a:spcAft>
              <a:defRPr sz="4125"/>
            </a:lvl1pPr>
            <a:lvl2pPr>
              <a:defRPr sz="4125"/>
            </a:lvl2pPr>
            <a:lvl3pPr>
              <a:defRPr sz="4125"/>
            </a:lvl3pPr>
            <a:lvl4pPr>
              <a:defRPr sz="4125"/>
            </a:lvl4pPr>
            <a:lvl5pPr>
              <a:defRPr sz="4125"/>
            </a:lvl5pPr>
            <a:lvl6pPr>
              <a:defRPr sz="4125"/>
            </a:lvl6pPr>
            <a:lvl7pPr>
              <a:defRPr sz="4125"/>
            </a:lvl7pPr>
            <a:lvl8pPr>
              <a:defRPr sz="4125"/>
            </a:lvl8pPr>
            <a:lvl9pPr>
              <a:defRPr sz="4125"/>
            </a:lvl9pPr>
          </a:lstStyle>
          <a:p>
            <a:pPr>
              <a:spcAft>
                <a:spcPts val="1200"/>
              </a:spcAft>
            </a:pPr>
            <a:r>
              <a:rPr lang="de-DE" sz="4125" b="1">
                <a:solidFill>
                  <a:schemeClr val="tx1"/>
                </a:solidFill>
              </a:rPr>
              <a:t>Ein Fazit das, wenn möglich, über drei Zeilen läuft.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0657D9F6-47DF-4537-BA49-88E2C901CD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7311922" y="0"/>
            <a:ext cx="4880078" cy="6602016"/>
          </a:xfrm>
          <a:prstGeom prst="rect">
            <a:avLst/>
          </a:prstGeom>
        </p:spPr>
        <p:txBody>
          <a:bodyPr wrap="square" tIns="169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830462" y="4171653"/>
            <a:ext cx="3644802" cy="80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3C4F3F7-16CB-4F84-8485-79DFED14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E251DA7-B68F-4762-A498-842243BF2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E40F9BD-6A61-4496-9C98-422ACB726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1930FC2-56AB-4366-909C-7182171ED898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AEBE099-8D2A-4380-8986-3E7F883F0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DCE79FE-14B3-4AF6-A34D-B0D81249F69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087729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1177144-A38E-4961-81B7-E7C230F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C946C5E9-67F3-4FA9-98A5-49C7599BD4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Gray">
          <a:xfrm>
            <a:off x="1647079" y="391418"/>
            <a:ext cx="8498921" cy="4994672"/>
          </a:xfrm>
        </p:spPr>
        <p:txBody>
          <a:bodyPr tIns="0" anchor="ctr"/>
          <a:lstStyle>
            <a:lvl1pPr algn="ctr">
              <a:defRPr sz="4500">
                <a:solidFill>
                  <a:schemeClr val="bg1"/>
                </a:solidFill>
              </a:defRPr>
            </a:lvl1pPr>
            <a:lvl2pPr algn="ctr">
              <a:defRPr sz="4500">
                <a:solidFill>
                  <a:schemeClr val="bg1"/>
                </a:solidFill>
              </a:defRPr>
            </a:lvl2pPr>
            <a:lvl3pPr algn="ctr">
              <a:defRPr sz="4500">
                <a:solidFill>
                  <a:schemeClr val="bg1"/>
                </a:solidFill>
              </a:defRPr>
            </a:lvl3pPr>
            <a:lvl4pPr algn="ctr">
              <a:defRPr sz="4500">
                <a:solidFill>
                  <a:schemeClr val="bg1"/>
                </a:solidFill>
              </a:defRPr>
            </a:lvl4pPr>
            <a:lvl5pPr algn="ctr">
              <a:defRPr sz="4500">
                <a:solidFill>
                  <a:schemeClr val="bg1"/>
                </a:solidFill>
              </a:defRPr>
            </a:lvl5pPr>
            <a:lvl6pPr algn="ctr">
              <a:defRPr sz="4500">
                <a:solidFill>
                  <a:schemeClr val="bg1"/>
                </a:solidFill>
              </a:defRPr>
            </a:lvl6pPr>
            <a:lvl7pPr algn="ctr">
              <a:defRPr sz="4500">
                <a:solidFill>
                  <a:schemeClr val="bg1"/>
                </a:solidFill>
              </a:defRPr>
            </a:lvl7pPr>
            <a:lvl8pPr algn="ctr">
              <a:defRPr sz="4500">
                <a:solidFill>
                  <a:schemeClr val="bg1"/>
                </a:solidFill>
              </a:defRPr>
            </a:lvl8pPr>
            <a:lvl9pPr algn="ctr">
              <a:defRPr sz="45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„Maecenas </a:t>
            </a:r>
            <a:r>
              <a:rPr lang="de-DE" err="1"/>
              <a:t>port</a:t>
            </a:r>
            <a:r>
              <a:rPr lang="de-DE"/>
              <a:t> </a:t>
            </a:r>
            <a:r>
              <a:rPr lang="de-DE" err="1"/>
              <a:t>titor</a:t>
            </a:r>
            <a:r>
              <a:rPr lang="de-DE"/>
              <a:t> </a:t>
            </a:r>
            <a:r>
              <a:rPr lang="de-DE" err="1"/>
              <a:t>massa</a:t>
            </a:r>
            <a:r>
              <a:rPr lang="de-DE"/>
              <a:t> </a:t>
            </a:r>
            <a:br>
              <a:rPr lang="de-DE"/>
            </a:br>
            <a:r>
              <a:rPr lang="de-DE" err="1"/>
              <a:t>Fusce</a:t>
            </a:r>
            <a:r>
              <a:rPr lang="de-DE"/>
              <a:t> </a:t>
            </a:r>
            <a:r>
              <a:rPr lang="de-DE" err="1"/>
              <a:t>posuere</a:t>
            </a:r>
            <a:r>
              <a:rPr lang="de-DE"/>
              <a:t> </a:t>
            </a:r>
            <a:r>
              <a:rPr lang="de-DE" err="1"/>
              <a:t>pulvinar</a:t>
            </a:r>
            <a:r>
              <a:rPr lang="de-DE"/>
              <a:t> </a:t>
            </a:r>
            <a:r>
              <a:rPr lang="de-DE" err="1"/>
              <a:t>tricies</a:t>
            </a:r>
            <a:r>
              <a:rPr lang="de-DE"/>
              <a:t> </a:t>
            </a:r>
            <a:br>
              <a:rPr lang="de-DE"/>
            </a:br>
            <a:r>
              <a:rPr lang="de-DE" err="1"/>
              <a:t>purus</a:t>
            </a:r>
            <a:r>
              <a:rPr lang="de-DE"/>
              <a:t> – Zitat mehrzeilig.“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47079" y="5386090"/>
            <a:ext cx="8498921" cy="809625"/>
          </a:xfrm>
        </p:spPr>
        <p:txBody>
          <a:bodyPr/>
          <a:lstStyle>
            <a:lvl1pPr algn="ctr"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Font typeface="Symbol" panose="05050102010706020507" pitchFamily="18" charset="2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noProof="0"/>
              <a:t>Vorname Name</a:t>
            </a:r>
          </a:p>
          <a:p>
            <a:pPr lvl="1"/>
            <a:r>
              <a:rPr lang="de-DE" noProof="0"/>
              <a:t>Bezeichnung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CF2FAF0-6DEF-411D-BBC5-727B7351E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00806263-F138-4856-8DF0-F4D858D60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BFA9848-F931-42F5-A0EA-B6BD676C8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4425D9B-92BC-41F2-BF46-216CCA8F5EA3}" type="datetime1">
              <a:rPr lang="de-DE" smtClean="0"/>
              <a:t>16.06.2026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449AA5E-F774-4857-AA8A-2071E2D87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B7B582-08E4-4681-A347-A6C384EEA7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60307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phing wei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3DD5FA1-1A86-4F50-BAC2-A3EE13374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2A8C882-C50E-4AFC-B59F-843958B7A37A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B61B397-1F07-41B4-8EA8-A7625F9042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7CCFC2C-01A4-427C-AF15-E4801AB92B6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F8EAD21-3364-E529-4FCA-77E6933F0AC0}"/>
              </a:ext>
            </a:extLst>
          </p:cNvPr>
          <p:cNvGrpSpPr/>
          <p:nvPr userDrawn="1"/>
        </p:nvGrpSpPr>
        <p:grpSpPr>
          <a:xfrm>
            <a:off x="11361024" y="391232"/>
            <a:ext cx="405002" cy="399364"/>
            <a:chOff x="5149850" y="2319337"/>
            <a:chExt cx="2709576" cy="2671857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0F4AF549-3E88-B054-85FE-D538A2A107AF}"/>
                </a:ext>
              </a:extLst>
            </p:cNvPr>
            <p:cNvSpPr/>
            <p:nvPr/>
          </p:nvSpPr>
          <p:spPr>
            <a:xfrm>
              <a:off x="5151755" y="4372450"/>
              <a:ext cx="2707671" cy="618744"/>
            </a:xfrm>
            <a:custGeom>
              <a:avLst/>
              <a:gdLst>
                <a:gd name="connsiteX0" fmla="*/ 128492 w 2707671"/>
                <a:gd name="connsiteY0" fmla="*/ 514064 h 618744"/>
                <a:gd name="connsiteX1" fmla="*/ 199835 w 2707671"/>
                <a:gd name="connsiteY1" fmla="*/ 514064 h 618744"/>
                <a:gd name="connsiteX2" fmla="*/ 404432 w 2707671"/>
                <a:gd name="connsiteY2" fmla="*/ 309467 h 618744"/>
                <a:gd name="connsiteX3" fmla="*/ 233077 w 2707671"/>
                <a:gd name="connsiteY3" fmla="*/ 104870 h 618744"/>
                <a:gd name="connsiteX4" fmla="*/ 128397 w 2707671"/>
                <a:gd name="connsiteY4" fmla="*/ 104870 h 618744"/>
                <a:gd name="connsiteX5" fmla="*/ 128397 w 2707671"/>
                <a:gd name="connsiteY5" fmla="*/ 514064 h 618744"/>
                <a:gd name="connsiteX6" fmla="*/ 128397 w 2707671"/>
                <a:gd name="connsiteY6" fmla="*/ 514064 h 618744"/>
                <a:gd name="connsiteX7" fmla="*/ 0 w 2707671"/>
                <a:gd name="connsiteY7" fmla="*/ 95 h 618744"/>
                <a:gd name="connsiteX8" fmla="*/ 242697 w 2707671"/>
                <a:gd name="connsiteY8" fmla="*/ 95 h 618744"/>
                <a:gd name="connsiteX9" fmla="*/ 532924 w 2707671"/>
                <a:gd name="connsiteY9" fmla="*/ 314134 h 618744"/>
                <a:gd name="connsiteX10" fmla="*/ 223647 w 2707671"/>
                <a:gd name="connsiteY10" fmla="*/ 618649 h 618744"/>
                <a:gd name="connsiteX11" fmla="*/ 0 w 2707671"/>
                <a:gd name="connsiteY11" fmla="*/ 618649 h 618744"/>
                <a:gd name="connsiteX12" fmla="*/ 0 w 2707671"/>
                <a:gd name="connsiteY12" fmla="*/ 0 h 618744"/>
                <a:gd name="connsiteX13" fmla="*/ 0 w 2707671"/>
                <a:gd name="connsiteY13" fmla="*/ 0 h 618744"/>
                <a:gd name="connsiteX14" fmla="*/ 1632204 w 2707671"/>
                <a:gd name="connsiteY14" fmla="*/ 95 h 618744"/>
                <a:gd name="connsiteX15" fmla="*/ 2046161 w 2707671"/>
                <a:gd name="connsiteY15" fmla="*/ 95 h 618744"/>
                <a:gd name="connsiteX16" fmla="*/ 2046161 w 2707671"/>
                <a:gd name="connsiteY16" fmla="*/ 104775 h 618744"/>
                <a:gd name="connsiteX17" fmla="*/ 1765363 w 2707671"/>
                <a:gd name="connsiteY17" fmla="*/ 104775 h 618744"/>
                <a:gd name="connsiteX18" fmla="*/ 1765363 w 2707671"/>
                <a:gd name="connsiteY18" fmla="*/ 242792 h 618744"/>
                <a:gd name="connsiteX19" fmla="*/ 2027111 w 2707671"/>
                <a:gd name="connsiteY19" fmla="*/ 242792 h 618744"/>
                <a:gd name="connsiteX20" fmla="*/ 2027111 w 2707671"/>
                <a:gd name="connsiteY20" fmla="*/ 347472 h 618744"/>
                <a:gd name="connsiteX21" fmla="*/ 1765363 w 2707671"/>
                <a:gd name="connsiteY21" fmla="*/ 347472 h 618744"/>
                <a:gd name="connsiteX22" fmla="*/ 1765363 w 2707671"/>
                <a:gd name="connsiteY22" fmla="*/ 518827 h 618744"/>
                <a:gd name="connsiteX23" fmla="*/ 2060353 w 2707671"/>
                <a:gd name="connsiteY23" fmla="*/ 518827 h 618744"/>
                <a:gd name="connsiteX24" fmla="*/ 2060353 w 2707671"/>
                <a:gd name="connsiteY24" fmla="*/ 618744 h 618744"/>
                <a:gd name="connsiteX25" fmla="*/ 1632109 w 2707671"/>
                <a:gd name="connsiteY25" fmla="*/ 618744 h 618744"/>
                <a:gd name="connsiteX26" fmla="*/ 1632109 w 2707671"/>
                <a:gd name="connsiteY26" fmla="*/ 95 h 618744"/>
                <a:gd name="connsiteX27" fmla="*/ 1632109 w 2707671"/>
                <a:gd name="connsiteY27" fmla="*/ 95 h 618744"/>
                <a:gd name="connsiteX28" fmla="*/ 808958 w 2707671"/>
                <a:gd name="connsiteY28" fmla="*/ 618744 h 618744"/>
                <a:gd name="connsiteX29" fmla="*/ 808958 w 2707671"/>
                <a:gd name="connsiteY29" fmla="*/ 518827 h 618744"/>
                <a:gd name="connsiteX30" fmla="*/ 980313 w 2707671"/>
                <a:gd name="connsiteY30" fmla="*/ 518827 h 618744"/>
                <a:gd name="connsiteX31" fmla="*/ 828008 w 2707671"/>
                <a:gd name="connsiteY31" fmla="*/ 128588 h 618744"/>
                <a:gd name="connsiteX32" fmla="*/ 642461 w 2707671"/>
                <a:gd name="connsiteY32" fmla="*/ 618744 h 618744"/>
                <a:gd name="connsiteX33" fmla="*/ 509207 w 2707671"/>
                <a:gd name="connsiteY33" fmla="*/ 618744 h 618744"/>
                <a:gd name="connsiteX34" fmla="*/ 747141 w 2707671"/>
                <a:gd name="connsiteY34" fmla="*/ 95 h 618744"/>
                <a:gd name="connsiteX35" fmla="*/ 908971 w 2707671"/>
                <a:gd name="connsiteY35" fmla="*/ 95 h 618744"/>
                <a:gd name="connsiteX36" fmla="*/ 1151668 w 2707671"/>
                <a:gd name="connsiteY36" fmla="*/ 618744 h 618744"/>
                <a:gd name="connsiteX37" fmla="*/ 809054 w 2707671"/>
                <a:gd name="connsiteY37" fmla="*/ 618744 h 618744"/>
                <a:gd name="connsiteX38" fmla="*/ 1046893 w 2707671"/>
                <a:gd name="connsiteY38" fmla="*/ 104775 h 618744"/>
                <a:gd name="connsiteX39" fmla="*/ 1046893 w 2707671"/>
                <a:gd name="connsiteY39" fmla="*/ 95 h 618744"/>
                <a:gd name="connsiteX40" fmla="*/ 1579817 w 2707671"/>
                <a:gd name="connsiteY40" fmla="*/ 95 h 618744"/>
                <a:gd name="connsiteX41" fmla="*/ 1579817 w 2707671"/>
                <a:gd name="connsiteY41" fmla="*/ 104775 h 618744"/>
                <a:gd name="connsiteX42" fmla="*/ 1384745 w 2707671"/>
                <a:gd name="connsiteY42" fmla="*/ 104775 h 618744"/>
                <a:gd name="connsiteX43" fmla="*/ 1384745 w 2707671"/>
                <a:gd name="connsiteY43" fmla="*/ 618744 h 618744"/>
                <a:gd name="connsiteX44" fmla="*/ 1246727 w 2707671"/>
                <a:gd name="connsiteY44" fmla="*/ 618744 h 618744"/>
                <a:gd name="connsiteX45" fmla="*/ 1246727 w 2707671"/>
                <a:gd name="connsiteY45" fmla="*/ 104775 h 618744"/>
                <a:gd name="connsiteX46" fmla="*/ 1046893 w 2707671"/>
                <a:gd name="connsiteY46" fmla="*/ 104775 h 618744"/>
                <a:gd name="connsiteX47" fmla="*/ 2379250 w 2707671"/>
                <a:gd name="connsiteY47" fmla="*/ 95 h 618744"/>
                <a:gd name="connsiteX48" fmla="*/ 2379250 w 2707671"/>
                <a:gd name="connsiteY48" fmla="*/ 104775 h 618744"/>
                <a:gd name="connsiteX49" fmla="*/ 2536317 w 2707671"/>
                <a:gd name="connsiteY49" fmla="*/ 104775 h 618744"/>
                <a:gd name="connsiteX50" fmla="*/ 2393537 w 2707671"/>
                <a:gd name="connsiteY50" fmla="*/ 480727 h 618744"/>
                <a:gd name="connsiteX51" fmla="*/ 2217515 w 2707671"/>
                <a:gd name="connsiteY51" fmla="*/ 95 h 618744"/>
                <a:gd name="connsiteX52" fmla="*/ 2079498 w 2707671"/>
                <a:gd name="connsiteY52" fmla="*/ 95 h 618744"/>
                <a:gd name="connsiteX53" fmla="*/ 2322195 w 2707671"/>
                <a:gd name="connsiteY53" fmla="*/ 618744 h 618744"/>
                <a:gd name="connsiteX54" fmla="*/ 2469737 w 2707671"/>
                <a:gd name="connsiteY54" fmla="*/ 618744 h 618744"/>
                <a:gd name="connsiteX55" fmla="*/ 2707672 w 2707671"/>
                <a:gd name="connsiteY55" fmla="*/ 95 h 618744"/>
                <a:gd name="connsiteX56" fmla="*/ 2379345 w 2707671"/>
                <a:gd name="connsiteY56" fmla="*/ 95 h 618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707671" h="618744">
                  <a:moveTo>
                    <a:pt x="128492" y="514064"/>
                  </a:moveTo>
                  <a:lnTo>
                    <a:pt x="199835" y="514064"/>
                  </a:lnTo>
                  <a:cubicBezTo>
                    <a:pt x="309277" y="514064"/>
                    <a:pt x="399669" y="442722"/>
                    <a:pt x="404432" y="309467"/>
                  </a:cubicBezTo>
                  <a:cubicBezTo>
                    <a:pt x="409194" y="180975"/>
                    <a:pt x="337852" y="104870"/>
                    <a:pt x="233077" y="104870"/>
                  </a:cubicBezTo>
                  <a:lnTo>
                    <a:pt x="128397" y="104870"/>
                  </a:lnTo>
                  <a:lnTo>
                    <a:pt x="128397" y="514064"/>
                  </a:lnTo>
                  <a:lnTo>
                    <a:pt x="128397" y="514064"/>
                  </a:lnTo>
                  <a:close/>
                  <a:moveTo>
                    <a:pt x="0" y="95"/>
                  </a:moveTo>
                  <a:lnTo>
                    <a:pt x="242697" y="95"/>
                  </a:lnTo>
                  <a:cubicBezTo>
                    <a:pt x="409289" y="95"/>
                    <a:pt x="528257" y="123825"/>
                    <a:pt x="532924" y="314134"/>
                  </a:cubicBezTo>
                  <a:cubicBezTo>
                    <a:pt x="532924" y="485489"/>
                    <a:pt x="390144" y="618649"/>
                    <a:pt x="223647" y="618649"/>
                  </a:cubicBezTo>
                  <a:lnTo>
                    <a:pt x="0" y="618649"/>
                  </a:ln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1632204" y="95"/>
                  </a:moveTo>
                  <a:lnTo>
                    <a:pt x="2046161" y="95"/>
                  </a:lnTo>
                  <a:lnTo>
                    <a:pt x="2046161" y="104775"/>
                  </a:lnTo>
                  <a:lnTo>
                    <a:pt x="1765363" y="104775"/>
                  </a:lnTo>
                  <a:lnTo>
                    <a:pt x="1765363" y="242792"/>
                  </a:lnTo>
                  <a:lnTo>
                    <a:pt x="2027111" y="242792"/>
                  </a:lnTo>
                  <a:lnTo>
                    <a:pt x="2027111" y="347472"/>
                  </a:lnTo>
                  <a:lnTo>
                    <a:pt x="1765363" y="347472"/>
                  </a:lnTo>
                  <a:lnTo>
                    <a:pt x="1765363" y="518827"/>
                  </a:lnTo>
                  <a:lnTo>
                    <a:pt x="2060353" y="518827"/>
                  </a:lnTo>
                  <a:lnTo>
                    <a:pt x="2060353" y="618744"/>
                  </a:lnTo>
                  <a:lnTo>
                    <a:pt x="1632109" y="618744"/>
                  </a:lnTo>
                  <a:lnTo>
                    <a:pt x="1632109" y="95"/>
                  </a:lnTo>
                  <a:lnTo>
                    <a:pt x="1632109" y="95"/>
                  </a:lnTo>
                  <a:close/>
                  <a:moveTo>
                    <a:pt x="808958" y="618744"/>
                  </a:moveTo>
                  <a:lnTo>
                    <a:pt x="808958" y="518827"/>
                  </a:lnTo>
                  <a:lnTo>
                    <a:pt x="980313" y="518827"/>
                  </a:lnTo>
                  <a:lnTo>
                    <a:pt x="828008" y="128588"/>
                  </a:lnTo>
                  <a:lnTo>
                    <a:pt x="642461" y="618744"/>
                  </a:lnTo>
                  <a:lnTo>
                    <a:pt x="509207" y="618744"/>
                  </a:lnTo>
                  <a:lnTo>
                    <a:pt x="747141" y="95"/>
                  </a:lnTo>
                  <a:lnTo>
                    <a:pt x="908971" y="95"/>
                  </a:lnTo>
                  <a:lnTo>
                    <a:pt x="1151668" y="618744"/>
                  </a:lnTo>
                  <a:lnTo>
                    <a:pt x="809054" y="618744"/>
                  </a:lnTo>
                  <a:close/>
                  <a:moveTo>
                    <a:pt x="1046893" y="104775"/>
                  </a:moveTo>
                  <a:lnTo>
                    <a:pt x="1046893" y="95"/>
                  </a:lnTo>
                  <a:lnTo>
                    <a:pt x="1579817" y="95"/>
                  </a:lnTo>
                  <a:lnTo>
                    <a:pt x="1579817" y="104775"/>
                  </a:lnTo>
                  <a:lnTo>
                    <a:pt x="1384745" y="104775"/>
                  </a:lnTo>
                  <a:lnTo>
                    <a:pt x="1384745" y="618744"/>
                  </a:lnTo>
                  <a:lnTo>
                    <a:pt x="1246727" y="618744"/>
                  </a:lnTo>
                  <a:lnTo>
                    <a:pt x="1246727" y="104775"/>
                  </a:lnTo>
                  <a:lnTo>
                    <a:pt x="1046893" y="104775"/>
                  </a:lnTo>
                  <a:close/>
                  <a:moveTo>
                    <a:pt x="2379250" y="95"/>
                  </a:moveTo>
                  <a:lnTo>
                    <a:pt x="2379250" y="104775"/>
                  </a:lnTo>
                  <a:lnTo>
                    <a:pt x="2536317" y="104775"/>
                  </a:lnTo>
                  <a:lnTo>
                    <a:pt x="2393537" y="480727"/>
                  </a:lnTo>
                  <a:lnTo>
                    <a:pt x="2217515" y="95"/>
                  </a:lnTo>
                  <a:lnTo>
                    <a:pt x="2079498" y="95"/>
                  </a:lnTo>
                  <a:lnTo>
                    <a:pt x="2322195" y="618744"/>
                  </a:lnTo>
                  <a:lnTo>
                    <a:pt x="2469737" y="618744"/>
                  </a:lnTo>
                  <a:lnTo>
                    <a:pt x="2707672" y="95"/>
                  </a:lnTo>
                  <a:lnTo>
                    <a:pt x="2379345" y="95"/>
                  </a:lnTo>
                  <a:close/>
                </a:path>
              </a:pathLst>
            </a:custGeom>
            <a:solidFill>
              <a:srgbClr val="039A9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D580DB70-ABC2-9658-CFEC-BE1D77864952}"/>
                </a:ext>
              </a:extLst>
            </p:cNvPr>
            <p:cNvSpPr/>
            <p:nvPr/>
          </p:nvSpPr>
          <p:spPr>
            <a:xfrm>
              <a:off x="5149850" y="2319337"/>
              <a:ext cx="2699956" cy="1910048"/>
            </a:xfrm>
            <a:custGeom>
              <a:avLst/>
              <a:gdLst>
                <a:gd name="connsiteX0" fmla="*/ 0 w 2699956"/>
                <a:gd name="connsiteY0" fmla="*/ 0 h 1910048"/>
                <a:gd name="connsiteX1" fmla="*/ 2699957 w 2699956"/>
                <a:gd name="connsiteY1" fmla="*/ 0 h 1910048"/>
                <a:gd name="connsiteX2" fmla="*/ 2699957 w 2699956"/>
                <a:gd name="connsiteY2" fmla="*/ 1910048 h 1910048"/>
                <a:gd name="connsiteX3" fmla="*/ 0 w 2699956"/>
                <a:gd name="connsiteY3" fmla="*/ 1910048 h 1910048"/>
                <a:gd name="connsiteX4" fmla="*/ 0 w 2699956"/>
                <a:gd name="connsiteY4" fmla="*/ 0 h 1910048"/>
                <a:gd name="connsiteX5" fmla="*/ 0 w 2699956"/>
                <a:gd name="connsiteY5" fmla="*/ 0 h 191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9956" h="1910048">
                  <a:moveTo>
                    <a:pt x="0" y="0"/>
                  </a:moveTo>
                  <a:lnTo>
                    <a:pt x="2699957" y="0"/>
                  </a:lnTo>
                  <a:lnTo>
                    <a:pt x="2699957" y="1910048"/>
                  </a:lnTo>
                  <a:lnTo>
                    <a:pt x="0" y="191004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0D0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</p:grpSp>
    </p:spTree>
    <p:extLst>
      <p:ext uri="{BB962C8B-B14F-4D97-AF65-F5344CB8AC3E}">
        <p14:creationId xmlns:p14="http://schemas.microsoft.com/office/powerpoint/2010/main" val="372989093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phing farbi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3DD5FA1-1A86-4F50-BAC2-A3EE13374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49A58B3-A9F3-45D2-9715-EAC0E35CD5B7}" type="datetime1">
              <a:rPr lang="de-DE" smtClean="0"/>
              <a:t>16.06.2026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B61B397-1F07-41B4-8EA8-A7625F9042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7CCFC2C-01A4-427C-AF15-E4801AB92B6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F8EAD21-3364-E529-4FCA-77E6933F0AC0}"/>
              </a:ext>
            </a:extLst>
          </p:cNvPr>
          <p:cNvGrpSpPr/>
          <p:nvPr userDrawn="1"/>
        </p:nvGrpSpPr>
        <p:grpSpPr>
          <a:xfrm>
            <a:off x="11361024" y="391232"/>
            <a:ext cx="405002" cy="399364"/>
            <a:chOff x="5149850" y="2319337"/>
            <a:chExt cx="2709576" cy="2671857"/>
          </a:xfrm>
          <a:solidFill>
            <a:schemeClr val="bg1"/>
          </a:solidFill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0F4AF549-3E88-B054-85FE-D538A2A107AF}"/>
                </a:ext>
              </a:extLst>
            </p:cNvPr>
            <p:cNvSpPr/>
            <p:nvPr/>
          </p:nvSpPr>
          <p:spPr>
            <a:xfrm>
              <a:off x="5151755" y="4372450"/>
              <a:ext cx="2707671" cy="618744"/>
            </a:xfrm>
            <a:custGeom>
              <a:avLst/>
              <a:gdLst>
                <a:gd name="connsiteX0" fmla="*/ 128492 w 2707671"/>
                <a:gd name="connsiteY0" fmla="*/ 514064 h 618744"/>
                <a:gd name="connsiteX1" fmla="*/ 199835 w 2707671"/>
                <a:gd name="connsiteY1" fmla="*/ 514064 h 618744"/>
                <a:gd name="connsiteX2" fmla="*/ 404432 w 2707671"/>
                <a:gd name="connsiteY2" fmla="*/ 309467 h 618744"/>
                <a:gd name="connsiteX3" fmla="*/ 233077 w 2707671"/>
                <a:gd name="connsiteY3" fmla="*/ 104870 h 618744"/>
                <a:gd name="connsiteX4" fmla="*/ 128397 w 2707671"/>
                <a:gd name="connsiteY4" fmla="*/ 104870 h 618744"/>
                <a:gd name="connsiteX5" fmla="*/ 128397 w 2707671"/>
                <a:gd name="connsiteY5" fmla="*/ 514064 h 618744"/>
                <a:gd name="connsiteX6" fmla="*/ 128397 w 2707671"/>
                <a:gd name="connsiteY6" fmla="*/ 514064 h 618744"/>
                <a:gd name="connsiteX7" fmla="*/ 0 w 2707671"/>
                <a:gd name="connsiteY7" fmla="*/ 95 h 618744"/>
                <a:gd name="connsiteX8" fmla="*/ 242697 w 2707671"/>
                <a:gd name="connsiteY8" fmla="*/ 95 h 618744"/>
                <a:gd name="connsiteX9" fmla="*/ 532924 w 2707671"/>
                <a:gd name="connsiteY9" fmla="*/ 314134 h 618744"/>
                <a:gd name="connsiteX10" fmla="*/ 223647 w 2707671"/>
                <a:gd name="connsiteY10" fmla="*/ 618649 h 618744"/>
                <a:gd name="connsiteX11" fmla="*/ 0 w 2707671"/>
                <a:gd name="connsiteY11" fmla="*/ 618649 h 618744"/>
                <a:gd name="connsiteX12" fmla="*/ 0 w 2707671"/>
                <a:gd name="connsiteY12" fmla="*/ 0 h 618744"/>
                <a:gd name="connsiteX13" fmla="*/ 0 w 2707671"/>
                <a:gd name="connsiteY13" fmla="*/ 0 h 618744"/>
                <a:gd name="connsiteX14" fmla="*/ 1632204 w 2707671"/>
                <a:gd name="connsiteY14" fmla="*/ 95 h 618744"/>
                <a:gd name="connsiteX15" fmla="*/ 2046161 w 2707671"/>
                <a:gd name="connsiteY15" fmla="*/ 95 h 618744"/>
                <a:gd name="connsiteX16" fmla="*/ 2046161 w 2707671"/>
                <a:gd name="connsiteY16" fmla="*/ 104775 h 618744"/>
                <a:gd name="connsiteX17" fmla="*/ 1765363 w 2707671"/>
                <a:gd name="connsiteY17" fmla="*/ 104775 h 618744"/>
                <a:gd name="connsiteX18" fmla="*/ 1765363 w 2707671"/>
                <a:gd name="connsiteY18" fmla="*/ 242792 h 618744"/>
                <a:gd name="connsiteX19" fmla="*/ 2027111 w 2707671"/>
                <a:gd name="connsiteY19" fmla="*/ 242792 h 618744"/>
                <a:gd name="connsiteX20" fmla="*/ 2027111 w 2707671"/>
                <a:gd name="connsiteY20" fmla="*/ 347472 h 618744"/>
                <a:gd name="connsiteX21" fmla="*/ 1765363 w 2707671"/>
                <a:gd name="connsiteY21" fmla="*/ 347472 h 618744"/>
                <a:gd name="connsiteX22" fmla="*/ 1765363 w 2707671"/>
                <a:gd name="connsiteY22" fmla="*/ 518827 h 618744"/>
                <a:gd name="connsiteX23" fmla="*/ 2060353 w 2707671"/>
                <a:gd name="connsiteY23" fmla="*/ 518827 h 618744"/>
                <a:gd name="connsiteX24" fmla="*/ 2060353 w 2707671"/>
                <a:gd name="connsiteY24" fmla="*/ 618744 h 618744"/>
                <a:gd name="connsiteX25" fmla="*/ 1632109 w 2707671"/>
                <a:gd name="connsiteY25" fmla="*/ 618744 h 618744"/>
                <a:gd name="connsiteX26" fmla="*/ 1632109 w 2707671"/>
                <a:gd name="connsiteY26" fmla="*/ 95 h 618744"/>
                <a:gd name="connsiteX27" fmla="*/ 1632109 w 2707671"/>
                <a:gd name="connsiteY27" fmla="*/ 95 h 618744"/>
                <a:gd name="connsiteX28" fmla="*/ 808958 w 2707671"/>
                <a:gd name="connsiteY28" fmla="*/ 618744 h 618744"/>
                <a:gd name="connsiteX29" fmla="*/ 808958 w 2707671"/>
                <a:gd name="connsiteY29" fmla="*/ 518827 h 618744"/>
                <a:gd name="connsiteX30" fmla="*/ 980313 w 2707671"/>
                <a:gd name="connsiteY30" fmla="*/ 518827 h 618744"/>
                <a:gd name="connsiteX31" fmla="*/ 828008 w 2707671"/>
                <a:gd name="connsiteY31" fmla="*/ 128588 h 618744"/>
                <a:gd name="connsiteX32" fmla="*/ 642461 w 2707671"/>
                <a:gd name="connsiteY32" fmla="*/ 618744 h 618744"/>
                <a:gd name="connsiteX33" fmla="*/ 509207 w 2707671"/>
                <a:gd name="connsiteY33" fmla="*/ 618744 h 618744"/>
                <a:gd name="connsiteX34" fmla="*/ 747141 w 2707671"/>
                <a:gd name="connsiteY34" fmla="*/ 95 h 618744"/>
                <a:gd name="connsiteX35" fmla="*/ 908971 w 2707671"/>
                <a:gd name="connsiteY35" fmla="*/ 95 h 618744"/>
                <a:gd name="connsiteX36" fmla="*/ 1151668 w 2707671"/>
                <a:gd name="connsiteY36" fmla="*/ 618744 h 618744"/>
                <a:gd name="connsiteX37" fmla="*/ 809054 w 2707671"/>
                <a:gd name="connsiteY37" fmla="*/ 618744 h 618744"/>
                <a:gd name="connsiteX38" fmla="*/ 1046893 w 2707671"/>
                <a:gd name="connsiteY38" fmla="*/ 104775 h 618744"/>
                <a:gd name="connsiteX39" fmla="*/ 1046893 w 2707671"/>
                <a:gd name="connsiteY39" fmla="*/ 95 h 618744"/>
                <a:gd name="connsiteX40" fmla="*/ 1579817 w 2707671"/>
                <a:gd name="connsiteY40" fmla="*/ 95 h 618744"/>
                <a:gd name="connsiteX41" fmla="*/ 1579817 w 2707671"/>
                <a:gd name="connsiteY41" fmla="*/ 104775 h 618744"/>
                <a:gd name="connsiteX42" fmla="*/ 1384745 w 2707671"/>
                <a:gd name="connsiteY42" fmla="*/ 104775 h 618744"/>
                <a:gd name="connsiteX43" fmla="*/ 1384745 w 2707671"/>
                <a:gd name="connsiteY43" fmla="*/ 618744 h 618744"/>
                <a:gd name="connsiteX44" fmla="*/ 1246727 w 2707671"/>
                <a:gd name="connsiteY44" fmla="*/ 618744 h 618744"/>
                <a:gd name="connsiteX45" fmla="*/ 1246727 w 2707671"/>
                <a:gd name="connsiteY45" fmla="*/ 104775 h 618744"/>
                <a:gd name="connsiteX46" fmla="*/ 1046893 w 2707671"/>
                <a:gd name="connsiteY46" fmla="*/ 104775 h 618744"/>
                <a:gd name="connsiteX47" fmla="*/ 2379250 w 2707671"/>
                <a:gd name="connsiteY47" fmla="*/ 95 h 618744"/>
                <a:gd name="connsiteX48" fmla="*/ 2379250 w 2707671"/>
                <a:gd name="connsiteY48" fmla="*/ 104775 h 618744"/>
                <a:gd name="connsiteX49" fmla="*/ 2536317 w 2707671"/>
                <a:gd name="connsiteY49" fmla="*/ 104775 h 618744"/>
                <a:gd name="connsiteX50" fmla="*/ 2393537 w 2707671"/>
                <a:gd name="connsiteY50" fmla="*/ 480727 h 618744"/>
                <a:gd name="connsiteX51" fmla="*/ 2217515 w 2707671"/>
                <a:gd name="connsiteY51" fmla="*/ 95 h 618744"/>
                <a:gd name="connsiteX52" fmla="*/ 2079498 w 2707671"/>
                <a:gd name="connsiteY52" fmla="*/ 95 h 618744"/>
                <a:gd name="connsiteX53" fmla="*/ 2322195 w 2707671"/>
                <a:gd name="connsiteY53" fmla="*/ 618744 h 618744"/>
                <a:gd name="connsiteX54" fmla="*/ 2469737 w 2707671"/>
                <a:gd name="connsiteY54" fmla="*/ 618744 h 618744"/>
                <a:gd name="connsiteX55" fmla="*/ 2707672 w 2707671"/>
                <a:gd name="connsiteY55" fmla="*/ 95 h 618744"/>
                <a:gd name="connsiteX56" fmla="*/ 2379345 w 2707671"/>
                <a:gd name="connsiteY56" fmla="*/ 95 h 618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707671" h="618744">
                  <a:moveTo>
                    <a:pt x="128492" y="514064"/>
                  </a:moveTo>
                  <a:lnTo>
                    <a:pt x="199835" y="514064"/>
                  </a:lnTo>
                  <a:cubicBezTo>
                    <a:pt x="309277" y="514064"/>
                    <a:pt x="399669" y="442722"/>
                    <a:pt x="404432" y="309467"/>
                  </a:cubicBezTo>
                  <a:cubicBezTo>
                    <a:pt x="409194" y="180975"/>
                    <a:pt x="337852" y="104870"/>
                    <a:pt x="233077" y="104870"/>
                  </a:cubicBezTo>
                  <a:lnTo>
                    <a:pt x="128397" y="104870"/>
                  </a:lnTo>
                  <a:lnTo>
                    <a:pt x="128397" y="514064"/>
                  </a:lnTo>
                  <a:lnTo>
                    <a:pt x="128397" y="514064"/>
                  </a:lnTo>
                  <a:close/>
                  <a:moveTo>
                    <a:pt x="0" y="95"/>
                  </a:moveTo>
                  <a:lnTo>
                    <a:pt x="242697" y="95"/>
                  </a:lnTo>
                  <a:cubicBezTo>
                    <a:pt x="409289" y="95"/>
                    <a:pt x="528257" y="123825"/>
                    <a:pt x="532924" y="314134"/>
                  </a:cubicBezTo>
                  <a:cubicBezTo>
                    <a:pt x="532924" y="485489"/>
                    <a:pt x="390144" y="618649"/>
                    <a:pt x="223647" y="618649"/>
                  </a:cubicBezTo>
                  <a:lnTo>
                    <a:pt x="0" y="618649"/>
                  </a:ln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1632204" y="95"/>
                  </a:moveTo>
                  <a:lnTo>
                    <a:pt x="2046161" y="95"/>
                  </a:lnTo>
                  <a:lnTo>
                    <a:pt x="2046161" y="104775"/>
                  </a:lnTo>
                  <a:lnTo>
                    <a:pt x="1765363" y="104775"/>
                  </a:lnTo>
                  <a:lnTo>
                    <a:pt x="1765363" y="242792"/>
                  </a:lnTo>
                  <a:lnTo>
                    <a:pt x="2027111" y="242792"/>
                  </a:lnTo>
                  <a:lnTo>
                    <a:pt x="2027111" y="347472"/>
                  </a:lnTo>
                  <a:lnTo>
                    <a:pt x="1765363" y="347472"/>
                  </a:lnTo>
                  <a:lnTo>
                    <a:pt x="1765363" y="518827"/>
                  </a:lnTo>
                  <a:lnTo>
                    <a:pt x="2060353" y="518827"/>
                  </a:lnTo>
                  <a:lnTo>
                    <a:pt x="2060353" y="618744"/>
                  </a:lnTo>
                  <a:lnTo>
                    <a:pt x="1632109" y="618744"/>
                  </a:lnTo>
                  <a:lnTo>
                    <a:pt x="1632109" y="95"/>
                  </a:lnTo>
                  <a:lnTo>
                    <a:pt x="1632109" y="95"/>
                  </a:lnTo>
                  <a:close/>
                  <a:moveTo>
                    <a:pt x="808958" y="618744"/>
                  </a:moveTo>
                  <a:lnTo>
                    <a:pt x="808958" y="518827"/>
                  </a:lnTo>
                  <a:lnTo>
                    <a:pt x="980313" y="518827"/>
                  </a:lnTo>
                  <a:lnTo>
                    <a:pt x="828008" y="128588"/>
                  </a:lnTo>
                  <a:lnTo>
                    <a:pt x="642461" y="618744"/>
                  </a:lnTo>
                  <a:lnTo>
                    <a:pt x="509207" y="618744"/>
                  </a:lnTo>
                  <a:lnTo>
                    <a:pt x="747141" y="95"/>
                  </a:lnTo>
                  <a:lnTo>
                    <a:pt x="908971" y="95"/>
                  </a:lnTo>
                  <a:lnTo>
                    <a:pt x="1151668" y="618744"/>
                  </a:lnTo>
                  <a:lnTo>
                    <a:pt x="809054" y="618744"/>
                  </a:lnTo>
                  <a:close/>
                  <a:moveTo>
                    <a:pt x="1046893" y="104775"/>
                  </a:moveTo>
                  <a:lnTo>
                    <a:pt x="1046893" y="95"/>
                  </a:lnTo>
                  <a:lnTo>
                    <a:pt x="1579817" y="95"/>
                  </a:lnTo>
                  <a:lnTo>
                    <a:pt x="1579817" y="104775"/>
                  </a:lnTo>
                  <a:lnTo>
                    <a:pt x="1384745" y="104775"/>
                  </a:lnTo>
                  <a:lnTo>
                    <a:pt x="1384745" y="618744"/>
                  </a:lnTo>
                  <a:lnTo>
                    <a:pt x="1246727" y="618744"/>
                  </a:lnTo>
                  <a:lnTo>
                    <a:pt x="1246727" y="104775"/>
                  </a:lnTo>
                  <a:lnTo>
                    <a:pt x="1046893" y="104775"/>
                  </a:lnTo>
                  <a:close/>
                  <a:moveTo>
                    <a:pt x="2379250" y="95"/>
                  </a:moveTo>
                  <a:lnTo>
                    <a:pt x="2379250" y="104775"/>
                  </a:lnTo>
                  <a:lnTo>
                    <a:pt x="2536317" y="104775"/>
                  </a:lnTo>
                  <a:lnTo>
                    <a:pt x="2393537" y="480727"/>
                  </a:lnTo>
                  <a:lnTo>
                    <a:pt x="2217515" y="95"/>
                  </a:lnTo>
                  <a:lnTo>
                    <a:pt x="2079498" y="95"/>
                  </a:lnTo>
                  <a:lnTo>
                    <a:pt x="2322195" y="618744"/>
                  </a:lnTo>
                  <a:lnTo>
                    <a:pt x="2469737" y="618744"/>
                  </a:lnTo>
                  <a:lnTo>
                    <a:pt x="2707672" y="95"/>
                  </a:lnTo>
                  <a:lnTo>
                    <a:pt x="2379345" y="9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D580DB70-ABC2-9658-CFEC-BE1D77864952}"/>
                </a:ext>
              </a:extLst>
            </p:cNvPr>
            <p:cNvSpPr/>
            <p:nvPr/>
          </p:nvSpPr>
          <p:spPr>
            <a:xfrm>
              <a:off x="5149850" y="2319337"/>
              <a:ext cx="2699956" cy="1910048"/>
            </a:xfrm>
            <a:custGeom>
              <a:avLst/>
              <a:gdLst>
                <a:gd name="connsiteX0" fmla="*/ 0 w 2699956"/>
                <a:gd name="connsiteY0" fmla="*/ 0 h 1910048"/>
                <a:gd name="connsiteX1" fmla="*/ 2699957 w 2699956"/>
                <a:gd name="connsiteY1" fmla="*/ 0 h 1910048"/>
                <a:gd name="connsiteX2" fmla="*/ 2699957 w 2699956"/>
                <a:gd name="connsiteY2" fmla="*/ 1910048 h 1910048"/>
                <a:gd name="connsiteX3" fmla="*/ 0 w 2699956"/>
                <a:gd name="connsiteY3" fmla="*/ 1910048 h 1910048"/>
                <a:gd name="connsiteX4" fmla="*/ 0 w 2699956"/>
                <a:gd name="connsiteY4" fmla="*/ 0 h 1910048"/>
                <a:gd name="connsiteX5" fmla="*/ 0 w 2699956"/>
                <a:gd name="connsiteY5" fmla="*/ 0 h 191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9956" h="1910048">
                  <a:moveTo>
                    <a:pt x="0" y="0"/>
                  </a:moveTo>
                  <a:lnTo>
                    <a:pt x="2699957" y="0"/>
                  </a:lnTo>
                  <a:lnTo>
                    <a:pt x="2699957" y="1910048"/>
                  </a:lnTo>
                  <a:lnTo>
                    <a:pt x="0" y="191004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</p:grpSp>
    </p:spTree>
    <p:extLst>
      <p:ext uri="{BB962C8B-B14F-4D97-AF65-F5344CB8AC3E}">
        <p14:creationId xmlns:p14="http://schemas.microsoft.com/office/powerpoint/2010/main" val="22966947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phing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228A928-FBCC-4CF0-9011-33E5B7B59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7637B9F2-7662-4FBF-BE0E-49F11C687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085F6FC-50B6-4561-974E-AFF8AC417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702DB-BA9B-4570-BD62-21B91B20F442}" type="datetime1">
              <a:rPr lang="de-DE" smtClean="0"/>
              <a:t>16.06.2026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6EC02D-2D9E-4274-B9A3-AB4BE8DDC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8D77D1-2E8D-4385-85B1-A8EAF45A4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10539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FF71807-0930-49A6-9438-5F98BE12DE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BF5B9470-BEFC-42AF-A4E9-C5DEF6EB6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09737" y="3969000"/>
            <a:ext cx="5772527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b="1" noProof="1">
                <a:solidFill>
                  <a:sysClr val="windowText" lastClr="000000"/>
                </a:solidFill>
                <a:latin typeface="Frutiger Next Com" panose="020B0503040204020203" pitchFamily="34" charset="0"/>
              </a:rPr>
              <a:t>Zukunft gestalten. </a:t>
            </a:r>
            <a:r>
              <a:rPr lang="de-DE" sz="3000" b="1" noProof="1">
                <a:latin typeface="Frutiger Next Com" panose="020B0503040204020203" pitchFamily="34" charset="0"/>
              </a:rPr>
              <a:t>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effectLst/>
              <a:uLnTx/>
              <a:uFillTx/>
              <a:latin typeface="Frutiger Next Com" panose="020B0503040204020203" pitchFamily="34" charset="0"/>
            </a:endParaRPr>
          </a:p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32B1C4E-181F-44DC-93FD-547675996ECD}" type="datetime1">
              <a:rPr lang="de-DE" smtClean="0"/>
              <a:t>16.06.2026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2" name="Gruppieren 1" descr="Datev Logo">
            <a:extLst>
              <a:ext uri="{FF2B5EF4-FFF2-40B4-BE49-F238E27FC236}">
                <a16:creationId xmlns:a16="http://schemas.microsoft.com/office/drawing/2014/main" id="{2646EC03-5E74-4FB9-9B2B-F56486C07670}"/>
              </a:ext>
            </a:extLst>
          </p:cNvPr>
          <p:cNvGrpSpPr/>
          <p:nvPr userDrawn="1"/>
        </p:nvGrpSpPr>
        <p:grpSpPr>
          <a:xfrm>
            <a:off x="5470255" y="2146501"/>
            <a:ext cx="1251492" cy="1233792"/>
            <a:chOff x="5834938" y="2289600"/>
            <a:chExt cx="1334925" cy="1316045"/>
          </a:xfrm>
        </p:grpSpPr>
        <p:sp>
          <p:nvSpPr>
            <p:cNvPr id="14" name="BILDMARKE">
              <a:extLst>
                <a:ext uri="{FF2B5EF4-FFF2-40B4-BE49-F238E27FC236}">
                  <a16:creationId xmlns:a16="http://schemas.microsoft.com/office/drawing/2014/main" id="{5CE3462C-8DA3-453D-9C64-ED0F8858E1E2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5834938" y="2289600"/>
              <a:ext cx="1330053" cy="940902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5" name="DATEV">
              <a:extLst>
                <a:ext uri="{FF2B5EF4-FFF2-40B4-BE49-F238E27FC236}">
                  <a16:creationId xmlns:a16="http://schemas.microsoft.com/office/drawing/2014/main" id="{4E32C730-96B7-4E11-B90C-B8620C31834F}"/>
                </a:ext>
              </a:extLst>
            </p:cNvPr>
            <p:cNvSpPr>
              <a:spLocks noEditPoints="1"/>
            </p:cNvSpPr>
            <p:nvPr userDrawn="1"/>
          </p:nvSpPr>
          <p:spPr bwMode="gray">
            <a:xfrm>
              <a:off x="5836156" y="3300841"/>
              <a:ext cx="1333707" cy="304804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  <p:sp>
        <p:nvSpPr>
          <p:cNvPr id="20" name="Copyright">
            <a:extLst>
              <a:ext uri="{FF2B5EF4-FFF2-40B4-BE49-F238E27FC236}">
                <a16:creationId xmlns:a16="http://schemas.microsoft.com/office/drawing/2014/main" id="{7C227F76-EE59-46DD-8395-B535539DF6E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rgbClr val="666666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</p:spTree>
    <p:extLst>
      <p:ext uri="{BB962C8B-B14F-4D97-AF65-F5344CB8AC3E}">
        <p14:creationId xmlns:p14="http://schemas.microsoft.com/office/powerpoint/2010/main" val="66294208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59C93EAD-090E-448C-928F-0F1FF80C4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Titel 1">
            <a:extLst>
              <a:ext uri="{FF2B5EF4-FFF2-40B4-BE49-F238E27FC236}">
                <a16:creationId xmlns:a16="http://schemas.microsoft.com/office/drawing/2014/main" id="{34EDA0FD-A8BE-49BB-B458-6A039999DCA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44002" y="3969000"/>
            <a:ext cx="5703998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solidFill>
                  <a:schemeClr val="bg1"/>
                </a:solidFill>
                <a:latin typeface="Frutiger Next Com" panose="020B0503040204020203" pitchFamily="34" charset="0"/>
              </a:rPr>
              <a:t>Zukunft gestalten. 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</a:endParaRPr>
          </a:p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25423CD1-07FD-4DD4-938C-9A456E5223F7}" type="datetime1">
              <a:rPr lang="de-DE" smtClean="0"/>
              <a:t>16.06.2026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2" name="Gruppieren 1" descr="Datev Logo">
            <a:extLst>
              <a:ext uri="{FF2B5EF4-FFF2-40B4-BE49-F238E27FC236}">
                <a16:creationId xmlns:a16="http://schemas.microsoft.com/office/drawing/2014/main" id="{BF6BCD24-66DE-444D-83BB-E50127A74FFA}"/>
              </a:ext>
            </a:extLst>
          </p:cNvPr>
          <p:cNvGrpSpPr/>
          <p:nvPr userDrawn="1"/>
        </p:nvGrpSpPr>
        <p:grpSpPr>
          <a:xfrm>
            <a:off x="5470255" y="2146501"/>
            <a:ext cx="1251492" cy="1233792"/>
            <a:chOff x="5834938" y="2289600"/>
            <a:chExt cx="1334925" cy="1316045"/>
          </a:xfrm>
        </p:grpSpPr>
        <p:sp>
          <p:nvSpPr>
            <p:cNvPr id="22" name="BILDMARKE">
              <a:extLst>
                <a:ext uri="{FF2B5EF4-FFF2-40B4-BE49-F238E27FC236}">
                  <a16:creationId xmlns:a16="http://schemas.microsoft.com/office/drawing/2014/main" id="{12CA1419-82E1-4C89-899A-F0FD4BF3856E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5834938" y="2289600"/>
              <a:ext cx="1330053" cy="940902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23" name="DATEV">
              <a:extLst>
                <a:ext uri="{FF2B5EF4-FFF2-40B4-BE49-F238E27FC236}">
                  <a16:creationId xmlns:a16="http://schemas.microsoft.com/office/drawing/2014/main" id="{D6778744-E6B3-4D28-B803-8194F075D1D5}"/>
                </a:ext>
              </a:extLst>
            </p:cNvPr>
            <p:cNvSpPr>
              <a:spLocks noEditPoints="1"/>
            </p:cNvSpPr>
            <p:nvPr userDrawn="1"/>
          </p:nvSpPr>
          <p:spPr bwMode="gray">
            <a:xfrm>
              <a:off x="5836156" y="3300841"/>
              <a:ext cx="1333707" cy="304804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  <p:sp>
        <p:nvSpPr>
          <p:cNvPr id="28" name="Copyright">
            <a:extLst>
              <a:ext uri="{FF2B5EF4-FFF2-40B4-BE49-F238E27FC236}">
                <a16:creationId xmlns:a16="http://schemas.microsoft.com/office/drawing/2014/main" id="{BBB50046-B4C6-4A59-B972-7AC28B953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chemeClr val="bg1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  <p:sp>
        <p:nvSpPr>
          <p:cNvPr id="30" name="Foliennummernplatzhalter 4">
            <a:extLst>
              <a:ext uri="{FF2B5EF4-FFF2-40B4-BE49-F238E27FC236}">
                <a16:creationId xmlns:a16="http://schemas.microsoft.com/office/drawing/2014/main" id="{EE440229-E64E-4583-A280-DB562680B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8611196" y="7057166"/>
            <a:ext cx="2742903" cy="36462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84FF3DF-A5E6-4196-9473-7CBA17E326DE}" type="slidenum">
              <a:rPr lang="de-DE" sz="100" b="1" smtClean="0">
                <a:solidFill>
                  <a:sysClr val="windowText" lastClr="000000"/>
                </a:solidFill>
              </a:rPr>
              <a:pPr>
                <a:defRPr/>
              </a:pPr>
              <a:t>‹#›</a:t>
            </a:fld>
            <a:endParaRPr lang="de-DE" sz="100" b="1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6565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animier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44F0664F-5DA2-49A5-8021-526DC3E4FE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77C58D7B-D17B-4753-A9F2-74E6A1C53C63}" type="datetime1">
              <a:rPr lang="de-DE" smtClean="0"/>
              <a:t>16.06.2026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4" name="BILDMARKE">
            <a:extLst>
              <a:ext uri="{FF2B5EF4-FFF2-40B4-BE49-F238E27FC236}">
                <a16:creationId xmlns:a16="http://schemas.microsoft.com/office/drawing/2014/main" id="{5CE3462C-8DA3-453D-9C64-ED0F8858E1E2}"/>
              </a:ext>
            </a:extLst>
          </p:cNvPr>
          <p:cNvSpPr>
            <a:spLocks/>
          </p:cNvSpPr>
          <p:nvPr userDrawn="1"/>
        </p:nvSpPr>
        <p:spPr bwMode="gray">
          <a:xfrm>
            <a:off x="5470255" y="2146500"/>
            <a:ext cx="1246925" cy="882096"/>
          </a:xfrm>
          <a:custGeom>
            <a:avLst/>
            <a:gdLst>
              <a:gd name="T0" fmla="*/ 0 w 4368"/>
              <a:gd name="T1" fmla="*/ 0 h 3090"/>
              <a:gd name="T2" fmla="*/ 4368 w 4368"/>
              <a:gd name="T3" fmla="*/ 0 h 3090"/>
              <a:gd name="T4" fmla="*/ 4368 w 4368"/>
              <a:gd name="T5" fmla="*/ 3090 h 3090"/>
              <a:gd name="T6" fmla="*/ 0 w 4368"/>
              <a:gd name="T7" fmla="*/ 3090 h 3090"/>
              <a:gd name="T8" fmla="*/ 0 w 4368"/>
              <a:gd name="T9" fmla="*/ 0 h 3090"/>
              <a:gd name="T10" fmla="*/ 0 w 4368"/>
              <a:gd name="T11" fmla="*/ 0 h 30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68" h="3090">
                <a:moveTo>
                  <a:pt x="0" y="0"/>
                </a:moveTo>
                <a:lnTo>
                  <a:pt x="4368" y="0"/>
                </a:lnTo>
                <a:lnTo>
                  <a:pt x="4368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sp>
        <p:nvSpPr>
          <p:cNvPr id="15" name="DATEV">
            <a:extLst>
              <a:ext uri="{FF2B5EF4-FFF2-40B4-BE49-F238E27FC236}">
                <a16:creationId xmlns:a16="http://schemas.microsoft.com/office/drawing/2014/main" id="{4E32C730-96B7-4E11-B90C-B8620C31834F}"/>
              </a:ext>
            </a:extLst>
          </p:cNvPr>
          <p:cNvSpPr>
            <a:spLocks noEditPoints="1"/>
          </p:cNvSpPr>
          <p:nvPr userDrawn="1"/>
        </p:nvSpPr>
        <p:spPr bwMode="gray">
          <a:xfrm>
            <a:off x="5471397" y="3094538"/>
            <a:ext cx="1250350" cy="285754"/>
          </a:xfrm>
          <a:custGeom>
            <a:avLst/>
            <a:gdLst>
              <a:gd name="T0" fmla="*/ 211 w 4466"/>
              <a:gd name="T1" fmla="*/ 848 h 1020"/>
              <a:gd name="T2" fmla="*/ 329 w 4466"/>
              <a:gd name="T3" fmla="*/ 848 h 1020"/>
              <a:gd name="T4" fmla="*/ 667 w 4466"/>
              <a:gd name="T5" fmla="*/ 510 h 1020"/>
              <a:gd name="T6" fmla="*/ 384 w 4466"/>
              <a:gd name="T7" fmla="*/ 173 h 1020"/>
              <a:gd name="T8" fmla="*/ 211 w 4466"/>
              <a:gd name="T9" fmla="*/ 173 h 1020"/>
              <a:gd name="T10" fmla="*/ 211 w 4466"/>
              <a:gd name="T11" fmla="*/ 848 h 1020"/>
              <a:gd name="T12" fmla="*/ 0 w 4466"/>
              <a:gd name="T13" fmla="*/ 0 h 1020"/>
              <a:gd name="T14" fmla="*/ 400 w 4466"/>
              <a:gd name="T15" fmla="*/ 0 h 1020"/>
              <a:gd name="T16" fmla="*/ 879 w 4466"/>
              <a:gd name="T17" fmla="*/ 518 h 1020"/>
              <a:gd name="T18" fmla="*/ 368 w 4466"/>
              <a:gd name="T19" fmla="*/ 1020 h 1020"/>
              <a:gd name="T20" fmla="*/ 0 w 4466"/>
              <a:gd name="T21" fmla="*/ 1020 h 1020"/>
              <a:gd name="T22" fmla="*/ 0 w 4466"/>
              <a:gd name="T23" fmla="*/ 0 h 1020"/>
              <a:gd name="T24" fmla="*/ 2692 w 4466"/>
              <a:gd name="T25" fmla="*/ 0 h 1020"/>
              <a:gd name="T26" fmla="*/ 3375 w 4466"/>
              <a:gd name="T27" fmla="*/ 0 h 1020"/>
              <a:gd name="T28" fmla="*/ 3375 w 4466"/>
              <a:gd name="T29" fmla="*/ 173 h 1020"/>
              <a:gd name="T30" fmla="*/ 2911 w 4466"/>
              <a:gd name="T31" fmla="*/ 173 h 1020"/>
              <a:gd name="T32" fmla="*/ 2911 w 4466"/>
              <a:gd name="T33" fmla="*/ 400 h 1020"/>
              <a:gd name="T34" fmla="*/ 3343 w 4466"/>
              <a:gd name="T35" fmla="*/ 400 h 1020"/>
              <a:gd name="T36" fmla="*/ 3343 w 4466"/>
              <a:gd name="T37" fmla="*/ 573 h 1020"/>
              <a:gd name="T38" fmla="*/ 2911 w 4466"/>
              <a:gd name="T39" fmla="*/ 573 h 1020"/>
              <a:gd name="T40" fmla="*/ 2911 w 4466"/>
              <a:gd name="T41" fmla="*/ 856 h 1020"/>
              <a:gd name="T42" fmla="*/ 3398 w 4466"/>
              <a:gd name="T43" fmla="*/ 856 h 1020"/>
              <a:gd name="T44" fmla="*/ 3398 w 4466"/>
              <a:gd name="T45" fmla="*/ 1020 h 1020"/>
              <a:gd name="T46" fmla="*/ 2692 w 4466"/>
              <a:gd name="T47" fmla="*/ 1020 h 1020"/>
              <a:gd name="T48" fmla="*/ 2692 w 4466"/>
              <a:gd name="T49" fmla="*/ 0 h 1020"/>
              <a:gd name="T50" fmla="*/ 1334 w 4466"/>
              <a:gd name="T51" fmla="*/ 1020 h 1020"/>
              <a:gd name="T52" fmla="*/ 1334 w 4466"/>
              <a:gd name="T53" fmla="*/ 856 h 1020"/>
              <a:gd name="T54" fmla="*/ 1616 w 4466"/>
              <a:gd name="T55" fmla="*/ 856 h 1020"/>
              <a:gd name="T56" fmla="*/ 1365 w 4466"/>
              <a:gd name="T57" fmla="*/ 212 h 1020"/>
              <a:gd name="T58" fmla="*/ 1059 w 4466"/>
              <a:gd name="T59" fmla="*/ 1020 h 1020"/>
              <a:gd name="T60" fmla="*/ 839 w 4466"/>
              <a:gd name="T61" fmla="*/ 1020 h 1020"/>
              <a:gd name="T62" fmla="*/ 1232 w 4466"/>
              <a:gd name="T63" fmla="*/ 0 h 1020"/>
              <a:gd name="T64" fmla="*/ 1499 w 4466"/>
              <a:gd name="T65" fmla="*/ 0 h 1020"/>
              <a:gd name="T66" fmla="*/ 1899 w 4466"/>
              <a:gd name="T67" fmla="*/ 1020 h 1020"/>
              <a:gd name="T68" fmla="*/ 1334 w 4466"/>
              <a:gd name="T69" fmla="*/ 1020 h 1020"/>
              <a:gd name="T70" fmla="*/ 1726 w 4466"/>
              <a:gd name="T71" fmla="*/ 173 h 1020"/>
              <a:gd name="T72" fmla="*/ 1726 w 4466"/>
              <a:gd name="T73" fmla="*/ 0 h 1020"/>
              <a:gd name="T74" fmla="*/ 2605 w 4466"/>
              <a:gd name="T75" fmla="*/ 0 h 1020"/>
              <a:gd name="T76" fmla="*/ 2605 w 4466"/>
              <a:gd name="T77" fmla="*/ 173 h 1020"/>
              <a:gd name="T78" fmla="*/ 2284 w 4466"/>
              <a:gd name="T79" fmla="*/ 173 h 1020"/>
              <a:gd name="T80" fmla="*/ 2284 w 4466"/>
              <a:gd name="T81" fmla="*/ 1020 h 1020"/>
              <a:gd name="T82" fmla="*/ 2056 w 4466"/>
              <a:gd name="T83" fmla="*/ 1020 h 1020"/>
              <a:gd name="T84" fmla="*/ 2056 w 4466"/>
              <a:gd name="T85" fmla="*/ 173 h 1020"/>
              <a:gd name="T86" fmla="*/ 1726 w 4466"/>
              <a:gd name="T87" fmla="*/ 173 h 1020"/>
              <a:gd name="T88" fmla="*/ 3924 w 4466"/>
              <a:gd name="T89" fmla="*/ 0 h 1020"/>
              <a:gd name="T90" fmla="*/ 3924 w 4466"/>
              <a:gd name="T91" fmla="*/ 173 h 1020"/>
              <a:gd name="T92" fmla="*/ 4183 w 4466"/>
              <a:gd name="T93" fmla="*/ 173 h 1020"/>
              <a:gd name="T94" fmla="*/ 3948 w 4466"/>
              <a:gd name="T95" fmla="*/ 793 h 1020"/>
              <a:gd name="T96" fmla="*/ 3657 w 4466"/>
              <a:gd name="T97" fmla="*/ 0 h 1020"/>
              <a:gd name="T98" fmla="*/ 3429 w 4466"/>
              <a:gd name="T99" fmla="*/ 0 h 1020"/>
              <a:gd name="T100" fmla="*/ 3830 w 4466"/>
              <a:gd name="T101" fmla="*/ 1020 h 1020"/>
              <a:gd name="T102" fmla="*/ 4073 w 4466"/>
              <a:gd name="T103" fmla="*/ 1020 h 1020"/>
              <a:gd name="T104" fmla="*/ 4466 w 4466"/>
              <a:gd name="T105" fmla="*/ 0 h 1020"/>
              <a:gd name="T106" fmla="*/ 3924 w 4466"/>
              <a:gd name="T107" fmla="*/ 0 h 10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4466" h="1020">
                <a:moveTo>
                  <a:pt x="211" y="848"/>
                </a:moveTo>
                <a:cubicBezTo>
                  <a:pt x="329" y="848"/>
                  <a:pt x="329" y="848"/>
                  <a:pt x="329" y="848"/>
                </a:cubicBezTo>
                <a:cubicBezTo>
                  <a:pt x="510" y="848"/>
                  <a:pt x="659" y="730"/>
                  <a:pt x="667" y="510"/>
                </a:cubicBezTo>
                <a:cubicBezTo>
                  <a:pt x="675" y="298"/>
                  <a:pt x="557" y="173"/>
                  <a:pt x="384" y="173"/>
                </a:cubicBezTo>
                <a:cubicBezTo>
                  <a:pt x="211" y="173"/>
                  <a:pt x="211" y="173"/>
                  <a:pt x="211" y="173"/>
                </a:cubicBezTo>
                <a:cubicBezTo>
                  <a:pt x="211" y="848"/>
                  <a:pt x="211" y="848"/>
                  <a:pt x="211" y="848"/>
                </a:cubicBezTo>
                <a:close/>
                <a:moveTo>
                  <a:pt x="0" y="0"/>
                </a:moveTo>
                <a:cubicBezTo>
                  <a:pt x="400" y="0"/>
                  <a:pt x="400" y="0"/>
                  <a:pt x="400" y="0"/>
                </a:cubicBezTo>
                <a:cubicBezTo>
                  <a:pt x="675" y="0"/>
                  <a:pt x="871" y="204"/>
                  <a:pt x="879" y="518"/>
                </a:cubicBezTo>
                <a:cubicBezTo>
                  <a:pt x="879" y="801"/>
                  <a:pt x="643" y="1020"/>
                  <a:pt x="368" y="1020"/>
                </a:cubicBezTo>
                <a:cubicBezTo>
                  <a:pt x="0" y="1020"/>
                  <a:pt x="0" y="1020"/>
                  <a:pt x="0" y="1020"/>
                </a:cubicBezTo>
                <a:cubicBezTo>
                  <a:pt x="0" y="0"/>
                  <a:pt x="0" y="0"/>
                  <a:pt x="0" y="0"/>
                </a:cubicBezTo>
                <a:close/>
                <a:moveTo>
                  <a:pt x="2692" y="0"/>
                </a:moveTo>
                <a:cubicBezTo>
                  <a:pt x="3375" y="0"/>
                  <a:pt x="3375" y="0"/>
                  <a:pt x="3375" y="0"/>
                </a:cubicBezTo>
                <a:cubicBezTo>
                  <a:pt x="3375" y="173"/>
                  <a:pt x="3375" y="173"/>
                  <a:pt x="3375" y="173"/>
                </a:cubicBezTo>
                <a:cubicBezTo>
                  <a:pt x="2911" y="173"/>
                  <a:pt x="2911" y="173"/>
                  <a:pt x="2911" y="173"/>
                </a:cubicBezTo>
                <a:cubicBezTo>
                  <a:pt x="2911" y="400"/>
                  <a:pt x="2911" y="400"/>
                  <a:pt x="2911" y="400"/>
                </a:cubicBezTo>
                <a:cubicBezTo>
                  <a:pt x="3343" y="400"/>
                  <a:pt x="3343" y="400"/>
                  <a:pt x="3343" y="400"/>
                </a:cubicBezTo>
                <a:cubicBezTo>
                  <a:pt x="3343" y="573"/>
                  <a:pt x="3343" y="573"/>
                  <a:pt x="3343" y="573"/>
                </a:cubicBezTo>
                <a:cubicBezTo>
                  <a:pt x="2911" y="573"/>
                  <a:pt x="2911" y="573"/>
                  <a:pt x="2911" y="573"/>
                </a:cubicBezTo>
                <a:cubicBezTo>
                  <a:pt x="2911" y="856"/>
                  <a:pt x="2911" y="856"/>
                  <a:pt x="2911" y="856"/>
                </a:cubicBezTo>
                <a:cubicBezTo>
                  <a:pt x="3398" y="856"/>
                  <a:pt x="3398" y="856"/>
                  <a:pt x="3398" y="856"/>
                </a:cubicBezTo>
                <a:cubicBezTo>
                  <a:pt x="3398" y="1020"/>
                  <a:pt x="3398" y="1020"/>
                  <a:pt x="3398" y="1020"/>
                </a:cubicBezTo>
                <a:cubicBezTo>
                  <a:pt x="2692" y="1020"/>
                  <a:pt x="2692" y="1020"/>
                  <a:pt x="2692" y="1020"/>
                </a:cubicBezTo>
                <a:cubicBezTo>
                  <a:pt x="2692" y="0"/>
                  <a:pt x="2692" y="0"/>
                  <a:pt x="2692" y="0"/>
                </a:cubicBezTo>
                <a:close/>
                <a:moveTo>
                  <a:pt x="1334" y="1020"/>
                </a:moveTo>
                <a:cubicBezTo>
                  <a:pt x="1334" y="856"/>
                  <a:pt x="1334" y="856"/>
                  <a:pt x="1334" y="856"/>
                </a:cubicBezTo>
                <a:cubicBezTo>
                  <a:pt x="1616" y="856"/>
                  <a:pt x="1616" y="856"/>
                  <a:pt x="1616" y="856"/>
                </a:cubicBezTo>
                <a:cubicBezTo>
                  <a:pt x="1365" y="212"/>
                  <a:pt x="1365" y="212"/>
                  <a:pt x="1365" y="212"/>
                </a:cubicBezTo>
                <a:cubicBezTo>
                  <a:pt x="1059" y="1020"/>
                  <a:pt x="1059" y="1020"/>
                  <a:pt x="1059" y="1020"/>
                </a:cubicBezTo>
                <a:cubicBezTo>
                  <a:pt x="839" y="1020"/>
                  <a:pt x="839" y="1020"/>
                  <a:pt x="839" y="1020"/>
                </a:cubicBezTo>
                <a:cubicBezTo>
                  <a:pt x="1232" y="0"/>
                  <a:pt x="1232" y="0"/>
                  <a:pt x="1232" y="0"/>
                </a:cubicBezTo>
                <a:cubicBezTo>
                  <a:pt x="1499" y="0"/>
                  <a:pt x="1499" y="0"/>
                  <a:pt x="1499" y="0"/>
                </a:cubicBezTo>
                <a:cubicBezTo>
                  <a:pt x="1899" y="1020"/>
                  <a:pt x="1899" y="1020"/>
                  <a:pt x="1899" y="1020"/>
                </a:cubicBezTo>
                <a:cubicBezTo>
                  <a:pt x="1334" y="1020"/>
                  <a:pt x="1334" y="1020"/>
                  <a:pt x="1334" y="1020"/>
                </a:cubicBezTo>
                <a:close/>
                <a:moveTo>
                  <a:pt x="1726" y="173"/>
                </a:moveTo>
                <a:cubicBezTo>
                  <a:pt x="1726" y="0"/>
                  <a:pt x="1726" y="0"/>
                  <a:pt x="1726" y="0"/>
                </a:cubicBezTo>
                <a:cubicBezTo>
                  <a:pt x="2605" y="0"/>
                  <a:pt x="2605" y="0"/>
                  <a:pt x="2605" y="0"/>
                </a:cubicBezTo>
                <a:cubicBezTo>
                  <a:pt x="2605" y="173"/>
                  <a:pt x="2605" y="173"/>
                  <a:pt x="2605" y="173"/>
                </a:cubicBezTo>
                <a:cubicBezTo>
                  <a:pt x="2284" y="173"/>
                  <a:pt x="2284" y="173"/>
                  <a:pt x="2284" y="173"/>
                </a:cubicBezTo>
                <a:cubicBezTo>
                  <a:pt x="2284" y="1020"/>
                  <a:pt x="2284" y="1020"/>
                  <a:pt x="2284" y="1020"/>
                </a:cubicBezTo>
                <a:cubicBezTo>
                  <a:pt x="2056" y="1020"/>
                  <a:pt x="2056" y="1020"/>
                  <a:pt x="2056" y="1020"/>
                </a:cubicBezTo>
                <a:cubicBezTo>
                  <a:pt x="2056" y="173"/>
                  <a:pt x="2056" y="173"/>
                  <a:pt x="2056" y="173"/>
                </a:cubicBezTo>
                <a:cubicBezTo>
                  <a:pt x="1726" y="173"/>
                  <a:pt x="1726" y="173"/>
                  <a:pt x="1726" y="173"/>
                </a:cubicBezTo>
                <a:close/>
                <a:moveTo>
                  <a:pt x="3924" y="0"/>
                </a:moveTo>
                <a:cubicBezTo>
                  <a:pt x="3924" y="173"/>
                  <a:pt x="3924" y="173"/>
                  <a:pt x="3924" y="173"/>
                </a:cubicBezTo>
                <a:cubicBezTo>
                  <a:pt x="4183" y="173"/>
                  <a:pt x="4183" y="173"/>
                  <a:pt x="4183" y="173"/>
                </a:cubicBezTo>
                <a:cubicBezTo>
                  <a:pt x="3948" y="793"/>
                  <a:pt x="3948" y="793"/>
                  <a:pt x="3948" y="793"/>
                </a:cubicBezTo>
                <a:cubicBezTo>
                  <a:pt x="3657" y="0"/>
                  <a:pt x="3657" y="0"/>
                  <a:pt x="3657" y="0"/>
                </a:cubicBezTo>
                <a:cubicBezTo>
                  <a:pt x="3429" y="0"/>
                  <a:pt x="3429" y="0"/>
                  <a:pt x="3429" y="0"/>
                </a:cubicBezTo>
                <a:cubicBezTo>
                  <a:pt x="3830" y="1020"/>
                  <a:pt x="3830" y="1020"/>
                  <a:pt x="3830" y="1020"/>
                </a:cubicBezTo>
                <a:cubicBezTo>
                  <a:pt x="4073" y="1020"/>
                  <a:pt x="4073" y="1020"/>
                  <a:pt x="4073" y="1020"/>
                </a:cubicBezTo>
                <a:cubicBezTo>
                  <a:pt x="4466" y="0"/>
                  <a:pt x="4466" y="0"/>
                  <a:pt x="4466" y="0"/>
                </a:cubicBezTo>
                <a:cubicBezTo>
                  <a:pt x="3924" y="0"/>
                  <a:pt x="3924" y="0"/>
                  <a:pt x="3924" y="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sp>
        <p:nvSpPr>
          <p:cNvPr id="16" name="DATEV Shape">
            <a:extLst>
              <a:ext uri="{FF2B5EF4-FFF2-40B4-BE49-F238E27FC236}">
                <a16:creationId xmlns:a16="http://schemas.microsoft.com/office/drawing/2014/main" id="{60572092-6055-45C2-A404-615A6BF93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678973" y="3387328"/>
            <a:ext cx="2834056" cy="3470672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8B05C35B-07EF-4A81-9490-B017AAFD8BC6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632255" y="3969000"/>
            <a:ext cx="2297218" cy="40878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latin typeface="Frutiger Next Com" panose="020B0503040204020203" pitchFamily="34" charset="0"/>
              </a:rPr>
              <a:t>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effectLst/>
              <a:uLnTx/>
              <a:uFillTx/>
              <a:latin typeface="Frutiger Next Com" panose="020B0503040204020203" pitchFamily="34" charset="0"/>
            </a:endParaRPr>
          </a:p>
        </p:txBody>
      </p:sp>
      <p:sp>
        <p:nvSpPr>
          <p:cNvPr id="19" name="BILDMARKE Shape">
            <a:extLst>
              <a:ext uri="{FF2B5EF4-FFF2-40B4-BE49-F238E27FC236}">
                <a16:creationId xmlns:a16="http://schemas.microsoft.com/office/drawing/2014/main" id="{6105E61B-3270-4B5D-B90E-0AF8084B2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" y="1844335"/>
            <a:ext cx="5470254" cy="1249418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0" name="Copyright">
            <a:extLst>
              <a:ext uri="{FF2B5EF4-FFF2-40B4-BE49-F238E27FC236}">
                <a16:creationId xmlns:a16="http://schemas.microsoft.com/office/drawing/2014/main" id="{7C227F76-EE59-46DD-8395-B535539DF6E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rgbClr val="666666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  <p:sp>
        <p:nvSpPr>
          <p:cNvPr id="21" name="Copyright Shape">
            <a:extLst>
              <a:ext uri="{FF2B5EF4-FFF2-40B4-BE49-F238E27FC236}">
                <a16:creationId xmlns:a16="http://schemas.microsoft.com/office/drawing/2014/main" id="{29288160-4027-4190-97CD-F3C87773B9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3665637" y="6782098"/>
            <a:ext cx="5266959" cy="75901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BF5B9470-BEFC-42AF-A4E9-C5DEF6EB6CB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28598" y="3969000"/>
            <a:ext cx="3403658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b="1" noProof="1">
                <a:solidFill>
                  <a:sysClr val="windowText" lastClr="000000"/>
                </a:solidFill>
                <a:latin typeface="Frutiger Next Com" panose="020B0503040204020203" pitchFamily="34" charset="0"/>
              </a:rPr>
              <a:t>Zukunft gestalten.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C01FD67-63B2-4E41-96A9-3FFA2A435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9335988" y="0"/>
            <a:ext cx="2856012" cy="2146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>
              <a:spcAft>
                <a:spcPts val="563"/>
              </a:spcAft>
            </a:pPr>
            <a:r>
              <a:rPr lang="de-DE" sz="1688" b="1">
                <a:effectLst/>
                <a:latin typeface="Segoe UI" panose="020B0502040204020203" pitchFamily="34" charset="0"/>
              </a:rPr>
              <a:t>Achtung:</a:t>
            </a:r>
          </a:p>
          <a:p>
            <a:pPr>
              <a:spcAft>
                <a:spcPts val="563"/>
              </a:spcAft>
            </a:pPr>
            <a:r>
              <a:rPr lang="de-DE" sz="1313" b="0">
                <a:effectLst/>
                <a:latin typeface="Segoe UI" panose="020B0502040204020203" pitchFamily="34" charset="0"/>
              </a:rPr>
              <a:t>Dieses Layout kann aufgrund mehrerer Animationen zu Performance-Problemen bei Online-Präsentationen führen.</a:t>
            </a:r>
          </a:p>
          <a:p>
            <a:r>
              <a:rPr lang="de-DE" sz="1313" b="0">
                <a:effectLst/>
                <a:latin typeface="Segoe UI" panose="020B0502040204020203" pitchFamily="34" charset="0"/>
              </a:rPr>
              <a:t>Die Warnung wird im Präsentationsmodus </a:t>
            </a:r>
            <a:r>
              <a:rPr lang="de-DE" sz="1313" b="0" kern="1200">
                <a:solidFill>
                  <a:schemeClr val="lt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nicht angezeigt.</a:t>
            </a:r>
          </a:p>
        </p:txBody>
      </p:sp>
    </p:spTree>
    <p:extLst>
      <p:ext uri="{BB962C8B-B14F-4D97-AF65-F5344CB8AC3E}">
        <p14:creationId xmlns:p14="http://schemas.microsoft.com/office/powerpoint/2010/main" val="3620242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01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2"/>
                            </p:stCondLst>
                            <p:childTnLst>
                              <p:par>
                                <p:cTn id="22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7" grpId="0"/>
      <p:bldP spid="20" grpId="0"/>
      <p:bldP spid="23" grpId="0"/>
      <p:bldP spid="22" grpId="0" animBg="1"/>
    </p:bldLst>
  </p:timing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Verlauf animier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59C93EAD-090E-448C-928F-0F1FF80C4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5B68DE26-7042-4B59-8996-5AC26B953178}" type="datetime1">
              <a:rPr lang="de-DE" smtClean="0"/>
              <a:t>16.06.2026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22" name="BILDMARKE">
            <a:extLst>
              <a:ext uri="{FF2B5EF4-FFF2-40B4-BE49-F238E27FC236}">
                <a16:creationId xmlns:a16="http://schemas.microsoft.com/office/drawing/2014/main" id="{12CA1419-82E1-4C89-899A-F0FD4BF3856E}"/>
              </a:ext>
            </a:extLst>
          </p:cNvPr>
          <p:cNvSpPr>
            <a:spLocks/>
          </p:cNvSpPr>
          <p:nvPr userDrawn="1"/>
        </p:nvSpPr>
        <p:spPr bwMode="gray">
          <a:xfrm>
            <a:off x="5470255" y="2146500"/>
            <a:ext cx="1246925" cy="882096"/>
          </a:xfrm>
          <a:custGeom>
            <a:avLst/>
            <a:gdLst>
              <a:gd name="T0" fmla="*/ 0 w 4368"/>
              <a:gd name="T1" fmla="*/ 0 h 3090"/>
              <a:gd name="T2" fmla="*/ 4368 w 4368"/>
              <a:gd name="T3" fmla="*/ 0 h 3090"/>
              <a:gd name="T4" fmla="*/ 4368 w 4368"/>
              <a:gd name="T5" fmla="*/ 3090 h 3090"/>
              <a:gd name="T6" fmla="*/ 0 w 4368"/>
              <a:gd name="T7" fmla="*/ 3090 h 3090"/>
              <a:gd name="T8" fmla="*/ 0 w 4368"/>
              <a:gd name="T9" fmla="*/ 0 h 3090"/>
              <a:gd name="T10" fmla="*/ 0 w 4368"/>
              <a:gd name="T11" fmla="*/ 0 h 30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68" h="3090">
                <a:moveTo>
                  <a:pt x="0" y="0"/>
                </a:moveTo>
                <a:lnTo>
                  <a:pt x="4368" y="0"/>
                </a:lnTo>
                <a:lnTo>
                  <a:pt x="4368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sp>
        <p:nvSpPr>
          <p:cNvPr id="23" name="DATEV">
            <a:extLst>
              <a:ext uri="{FF2B5EF4-FFF2-40B4-BE49-F238E27FC236}">
                <a16:creationId xmlns:a16="http://schemas.microsoft.com/office/drawing/2014/main" id="{D6778744-E6B3-4D28-B803-8194F075D1D5}"/>
              </a:ext>
            </a:extLst>
          </p:cNvPr>
          <p:cNvSpPr>
            <a:spLocks noEditPoints="1"/>
          </p:cNvSpPr>
          <p:nvPr userDrawn="1"/>
        </p:nvSpPr>
        <p:spPr bwMode="gray">
          <a:xfrm>
            <a:off x="5471397" y="3094538"/>
            <a:ext cx="1250350" cy="285754"/>
          </a:xfrm>
          <a:custGeom>
            <a:avLst/>
            <a:gdLst>
              <a:gd name="T0" fmla="*/ 211 w 4466"/>
              <a:gd name="T1" fmla="*/ 848 h 1020"/>
              <a:gd name="T2" fmla="*/ 329 w 4466"/>
              <a:gd name="T3" fmla="*/ 848 h 1020"/>
              <a:gd name="T4" fmla="*/ 667 w 4466"/>
              <a:gd name="T5" fmla="*/ 510 h 1020"/>
              <a:gd name="T6" fmla="*/ 384 w 4466"/>
              <a:gd name="T7" fmla="*/ 173 h 1020"/>
              <a:gd name="T8" fmla="*/ 211 w 4466"/>
              <a:gd name="T9" fmla="*/ 173 h 1020"/>
              <a:gd name="T10" fmla="*/ 211 w 4466"/>
              <a:gd name="T11" fmla="*/ 848 h 1020"/>
              <a:gd name="T12" fmla="*/ 0 w 4466"/>
              <a:gd name="T13" fmla="*/ 0 h 1020"/>
              <a:gd name="T14" fmla="*/ 400 w 4466"/>
              <a:gd name="T15" fmla="*/ 0 h 1020"/>
              <a:gd name="T16" fmla="*/ 879 w 4466"/>
              <a:gd name="T17" fmla="*/ 518 h 1020"/>
              <a:gd name="T18" fmla="*/ 368 w 4466"/>
              <a:gd name="T19" fmla="*/ 1020 h 1020"/>
              <a:gd name="T20" fmla="*/ 0 w 4466"/>
              <a:gd name="T21" fmla="*/ 1020 h 1020"/>
              <a:gd name="T22" fmla="*/ 0 w 4466"/>
              <a:gd name="T23" fmla="*/ 0 h 1020"/>
              <a:gd name="T24" fmla="*/ 2692 w 4466"/>
              <a:gd name="T25" fmla="*/ 0 h 1020"/>
              <a:gd name="T26" fmla="*/ 3375 w 4466"/>
              <a:gd name="T27" fmla="*/ 0 h 1020"/>
              <a:gd name="T28" fmla="*/ 3375 w 4466"/>
              <a:gd name="T29" fmla="*/ 173 h 1020"/>
              <a:gd name="T30" fmla="*/ 2911 w 4466"/>
              <a:gd name="T31" fmla="*/ 173 h 1020"/>
              <a:gd name="T32" fmla="*/ 2911 w 4466"/>
              <a:gd name="T33" fmla="*/ 400 h 1020"/>
              <a:gd name="T34" fmla="*/ 3343 w 4466"/>
              <a:gd name="T35" fmla="*/ 400 h 1020"/>
              <a:gd name="T36" fmla="*/ 3343 w 4466"/>
              <a:gd name="T37" fmla="*/ 573 h 1020"/>
              <a:gd name="T38" fmla="*/ 2911 w 4466"/>
              <a:gd name="T39" fmla="*/ 573 h 1020"/>
              <a:gd name="T40" fmla="*/ 2911 w 4466"/>
              <a:gd name="T41" fmla="*/ 856 h 1020"/>
              <a:gd name="T42" fmla="*/ 3398 w 4466"/>
              <a:gd name="T43" fmla="*/ 856 h 1020"/>
              <a:gd name="T44" fmla="*/ 3398 w 4466"/>
              <a:gd name="T45" fmla="*/ 1020 h 1020"/>
              <a:gd name="T46" fmla="*/ 2692 w 4466"/>
              <a:gd name="T47" fmla="*/ 1020 h 1020"/>
              <a:gd name="T48" fmla="*/ 2692 w 4466"/>
              <a:gd name="T49" fmla="*/ 0 h 1020"/>
              <a:gd name="T50" fmla="*/ 1334 w 4466"/>
              <a:gd name="T51" fmla="*/ 1020 h 1020"/>
              <a:gd name="T52" fmla="*/ 1334 w 4466"/>
              <a:gd name="T53" fmla="*/ 856 h 1020"/>
              <a:gd name="T54" fmla="*/ 1616 w 4466"/>
              <a:gd name="T55" fmla="*/ 856 h 1020"/>
              <a:gd name="T56" fmla="*/ 1365 w 4466"/>
              <a:gd name="T57" fmla="*/ 212 h 1020"/>
              <a:gd name="T58" fmla="*/ 1059 w 4466"/>
              <a:gd name="T59" fmla="*/ 1020 h 1020"/>
              <a:gd name="T60" fmla="*/ 839 w 4466"/>
              <a:gd name="T61" fmla="*/ 1020 h 1020"/>
              <a:gd name="T62" fmla="*/ 1232 w 4466"/>
              <a:gd name="T63" fmla="*/ 0 h 1020"/>
              <a:gd name="T64" fmla="*/ 1499 w 4466"/>
              <a:gd name="T65" fmla="*/ 0 h 1020"/>
              <a:gd name="T66" fmla="*/ 1899 w 4466"/>
              <a:gd name="T67" fmla="*/ 1020 h 1020"/>
              <a:gd name="T68" fmla="*/ 1334 w 4466"/>
              <a:gd name="T69" fmla="*/ 1020 h 1020"/>
              <a:gd name="T70" fmla="*/ 1726 w 4466"/>
              <a:gd name="T71" fmla="*/ 173 h 1020"/>
              <a:gd name="T72" fmla="*/ 1726 w 4466"/>
              <a:gd name="T73" fmla="*/ 0 h 1020"/>
              <a:gd name="T74" fmla="*/ 2605 w 4466"/>
              <a:gd name="T75" fmla="*/ 0 h 1020"/>
              <a:gd name="T76" fmla="*/ 2605 w 4466"/>
              <a:gd name="T77" fmla="*/ 173 h 1020"/>
              <a:gd name="T78" fmla="*/ 2284 w 4466"/>
              <a:gd name="T79" fmla="*/ 173 h 1020"/>
              <a:gd name="T80" fmla="*/ 2284 w 4466"/>
              <a:gd name="T81" fmla="*/ 1020 h 1020"/>
              <a:gd name="T82" fmla="*/ 2056 w 4466"/>
              <a:gd name="T83" fmla="*/ 1020 h 1020"/>
              <a:gd name="T84" fmla="*/ 2056 w 4466"/>
              <a:gd name="T85" fmla="*/ 173 h 1020"/>
              <a:gd name="T86" fmla="*/ 1726 w 4466"/>
              <a:gd name="T87" fmla="*/ 173 h 1020"/>
              <a:gd name="T88" fmla="*/ 3924 w 4466"/>
              <a:gd name="T89" fmla="*/ 0 h 1020"/>
              <a:gd name="T90" fmla="*/ 3924 w 4466"/>
              <a:gd name="T91" fmla="*/ 173 h 1020"/>
              <a:gd name="T92" fmla="*/ 4183 w 4466"/>
              <a:gd name="T93" fmla="*/ 173 h 1020"/>
              <a:gd name="T94" fmla="*/ 3948 w 4466"/>
              <a:gd name="T95" fmla="*/ 793 h 1020"/>
              <a:gd name="T96" fmla="*/ 3657 w 4466"/>
              <a:gd name="T97" fmla="*/ 0 h 1020"/>
              <a:gd name="T98" fmla="*/ 3429 w 4466"/>
              <a:gd name="T99" fmla="*/ 0 h 1020"/>
              <a:gd name="T100" fmla="*/ 3830 w 4466"/>
              <a:gd name="T101" fmla="*/ 1020 h 1020"/>
              <a:gd name="T102" fmla="*/ 4073 w 4466"/>
              <a:gd name="T103" fmla="*/ 1020 h 1020"/>
              <a:gd name="T104" fmla="*/ 4466 w 4466"/>
              <a:gd name="T105" fmla="*/ 0 h 1020"/>
              <a:gd name="T106" fmla="*/ 3924 w 4466"/>
              <a:gd name="T107" fmla="*/ 0 h 10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4466" h="1020">
                <a:moveTo>
                  <a:pt x="211" y="848"/>
                </a:moveTo>
                <a:cubicBezTo>
                  <a:pt x="329" y="848"/>
                  <a:pt x="329" y="848"/>
                  <a:pt x="329" y="848"/>
                </a:cubicBezTo>
                <a:cubicBezTo>
                  <a:pt x="510" y="848"/>
                  <a:pt x="659" y="730"/>
                  <a:pt x="667" y="510"/>
                </a:cubicBezTo>
                <a:cubicBezTo>
                  <a:pt x="675" y="298"/>
                  <a:pt x="557" y="173"/>
                  <a:pt x="384" y="173"/>
                </a:cubicBezTo>
                <a:cubicBezTo>
                  <a:pt x="211" y="173"/>
                  <a:pt x="211" y="173"/>
                  <a:pt x="211" y="173"/>
                </a:cubicBezTo>
                <a:cubicBezTo>
                  <a:pt x="211" y="848"/>
                  <a:pt x="211" y="848"/>
                  <a:pt x="211" y="848"/>
                </a:cubicBezTo>
                <a:close/>
                <a:moveTo>
                  <a:pt x="0" y="0"/>
                </a:moveTo>
                <a:cubicBezTo>
                  <a:pt x="400" y="0"/>
                  <a:pt x="400" y="0"/>
                  <a:pt x="400" y="0"/>
                </a:cubicBezTo>
                <a:cubicBezTo>
                  <a:pt x="675" y="0"/>
                  <a:pt x="871" y="204"/>
                  <a:pt x="879" y="518"/>
                </a:cubicBezTo>
                <a:cubicBezTo>
                  <a:pt x="879" y="801"/>
                  <a:pt x="643" y="1020"/>
                  <a:pt x="368" y="1020"/>
                </a:cubicBezTo>
                <a:cubicBezTo>
                  <a:pt x="0" y="1020"/>
                  <a:pt x="0" y="1020"/>
                  <a:pt x="0" y="1020"/>
                </a:cubicBezTo>
                <a:cubicBezTo>
                  <a:pt x="0" y="0"/>
                  <a:pt x="0" y="0"/>
                  <a:pt x="0" y="0"/>
                </a:cubicBezTo>
                <a:close/>
                <a:moveTo>
                  <a:pt x="2692" y="0"/>
                </a:moveTo>
                <a:cubicBezTo>
                  <a:pt x="3375" y="0"/>
                  <a:pt x="3375" y="0"/>
                  <a:pt x="3375" y="0"/>
                </a:cubicBezTo>
                <a:cubicBezTo>
                  <a:pt x="3375" y="173"/>
                  <a:pt x="3375" y="173"/>
                  <a:pt x="3375" y="173"/>
                </a:cubicBezTo>
                <a:cubicBezTo>
                  <a:pt x="2911" y="173"/>
                  <a:pt x="2911" y="173"/>
                  <a:pt x="2911" y="173"/>
                </a:cubicBezTo>
                <a:cubicBezTo>
                  <a:pt x="2911" y="400"/>
                  <a:pt x="2911" y="400"/>
                  <a:pt x="2911" y="400"/>
                </a:cubicBezTo>
                <a:cubicBezTo>
                  <a:pt x="3343" y="400"/>
                  <a:pt x="3343" y="400"/>
                  <a:pt x="3343" y="400"/>
                </a:cubicBezTo>
                <a:cubicBezTo>
                  <a:pt x="3343" y="573"/>
                  <a:pt x="3343" y="573"/>
                  <a:pt x="3343" y="573"/>
                </a:cubicBezTo>
                <a:cubicBezTo>
                  <a:pt x="2911" y="573"/>
                  <a:pt x="2911" y="573"/>
                  <a:pt x="2911" y="573"/>
                </a:cubicBezTo>
                <a:cubicBezTo>
                  <a:pt x="2911" y="856"/>
                  <a:pt x="2911" y="856"/>
                  <a:pt x="2911" y="856"/>
                </a:cubicBezTo>
                <a:cubicBezTo>
                  <a:pt x="3398" y="856"/>
                  <a:pt x="3398" y="856"/>
                  <a:pt x="3398" y="856"/>
                </a:cubicBezTo>
                <a:cubicBezTo>
                  <a:pt x="3398" y="1020"/>
                  <a:pt x="3398" y="1020"/>
                  <a:pt x="3398" y="1020"/>
                </a:cubicBezTo>
                <a:cubicBezTo>
                  <a:pt x="2692" y="1020"/>
                  <a:pt x="2692" y="1020"/>
                  <a:pt x="2692" y="1020"/>
                </a:cubicBezTo>
                <a:cubicBezTo>
                  <a:pt x="2692" y="0"/>
                  <a:pt x="2692" y="0"/>
                  <a:pt x="2692" y="0"/>
                </a:cubicBezTo>
                <a:close/>
                <a:moveTo>
                  <a:pt x="1334" y="1020"/>
                </a:moveTo>
                <a:cubicBezTo>
                  <a:pt x="1334" y="856"/>
                  <a:pt x="1334" y="856"/>
                  <a:pt x="1334" y="856"/>
                </a:cubicBezTo>
                <a:cubicBezTo>
                  <a:pt x="1616" y="856"/>
                  <a:pt x="1616" y="856"/>
                  <a:pt x="1616" y="856"/>
                </a:cubicBezTo>
                <a:cubicBezTo>
                  <a:pt x="1365" y="212"/>
                  <a:pt x="1365" y="212"/>
                  <a:pt x="1365" y="212"/>
                </a:cubicBezTo>
                <a:cubicBezTo>
                  <a:pt x="1059" y="1020"/>
                  <a:pt x="1059" y="1020"/>
                  <a:pt x="1059" y="1020"/>
                </a:cubicBezTo>
                <a:cubicBezTo>
                  <a:pt x="839" y="1020"/>
                  <a:pt x="839" y="1020"/>
                  <a:pt x="839" y="1020"/>
                </a:cubicBezTo>
                <a:cubicBezTo>
                  <a:pt x="1232" y="0"/>
                  <a:pt x="1232" y="0"/>
                  <a:pt x="1232" y="0"/>
                </a:cubicBezTo>
                <a:cubicBezTo>
                  <a:pt x="1499" y="0"/>
                  <a:pt x="1499" y="0"/>
                  <a:pt x="1499" y="0"/>
                </a:cubicBezTo>
                <a:cubicBezTo>
                  <a:pt x="1899" y="1020"/>
                  <a:pt x="1899" y="1020"/>
                  <a:pt x="1899" y="1020"/>
                </a:cubicBezTo>
                <a:cubicBezTo>
                  <a:pt x="1334" y="1020"/>
                  <a:pt x="1334" y="1020"/>
                  <a:pt x="1334" y="1020"/>
                </a:cubicBezTo>
                <a:close/>
                <a:moveTo>
                  <a:pt x="1726" y="173"/>
                </a:moveTo>
                <a:cubicBezTo>
                  <a:pt x="1726" y="0"/>
                  <a:pt x="1726" y="0"/>
                  <a:pt x="1726" y="0"/>
                </a:cubicBezTo>
                <a:cubicBezTo>
                  <a:pt x="2605" y="0"/>
                  <a:pt x="2605" y="0"/>
                  <a:pt x="2605" y="0"/>
                </a:cubicBezTo>
                <a:cubicBezTo>
                  <a:pt x="2605" y="173"/>
                  <a:pt x="2605" y="173"/>
                  <a:pt x="2605" y="173"/>
                </a:cubicBezTo>
                <a:cubicBezTo>
                  <a:pt x="2284" y="173"/>
                  <a:pt x="2284" y="173"/>
                  <a:pt x="2284" y="173"/>
                </a:cubicBezTo>
                <a:cubicBezTo>
                  <a:pt x="2284" y="1020"/>
                  <a:pt x="2284" y="1020"/>
                  <a:pt x="2284" y="1020"/>
                </a:cubicBezTo>
                <a:cubicBezTo>
                  <a:pt x="2056" y="1020"/>
                  <a:pt x="2056" y="1020"/>
                  <a:pt x="2056" y="1020"/>
                </a:cubicBezTo>
                <a:cubicBezTo>
                  <a:pt x="2056" y="173"/>
                  <a:pt x="2056" y="173"/>
                  <a:pt x="2056" y="173"/>
                </a:cubicBezTo>
                <a:cubicBezTo>
                  <a:pt x="1726" y="173"/>
                  <a:pt x="1726" y="173"/>
                  <a:pt x="1726" y="173"/>
                </a:cubicBezTo>
                <a:close/>
                <a:moveTo>
                  <a:pt x="3924" y="0"/>
                </a:moveTo>
                <a:cubicBezTo>
                  <a:pt x="3924" y="173"/>
                  <a:pt x="3924" y="173"/>
                  <a:pt x="3924" y="173"/>
                </a:cubicBezTo>
                <a:cubicBezTo>
                  <a:pt x="4183" y="173"/>
                  <a:pt x="4183" y="173"/>
                  <a:pt x="4183" y="173"/>
                </a:cubicBezTo>
                <a:cubicBezTo>
                  <a:pt x="3948" y="793"/>
                  <a:pt x="3948" y="793"/>
                  <a:pt x="3948" y="793"/>
                </a:cubicBezTo>
                <a:cubicBezTo>
                  <a:pt x="3657" y="0"/>
                  <a:pt x="3657" y="0"/>
                  <a:pt x="3657" y="0"/>
                </a:cubicBezTo>
                <a:cubicBezTo>
                  <a:pt x="3429" y="0"/>
                  <a:pt x="3429" y="0"/>
                  <a:pt x="3429" y="0"/>
                </a:cubicBezTo>
                <a:cubicBezTo>
                  <a:pt x="3830" y="1020"/>
                  <a:pt x="3830" y="1020"/>
                  <a:pt x="3830" y="1020"/>
                </a:cubicBezTo>
                <a:cubicBezTo>
                  <a:pt x="4073" y="1020"/>
                  <a:pt x="4073" y="1020"/>
                  <a:pt x="4073" y="1020"/>
                </a:cubicBezTo>
                <a:cubicBezTo>
                  <a:pt x="4466" y="0"/>
                  <a:pt x="4466" y="0"/>
                  <a:pt x="4466" y="0"/>
                </a:cubicBezTo>
                <a:cubicBezTo>
                  <a:pt x="3924" y="0"/>
                  <a:pt x="3924" y="0"/>
                  <a:pt x="392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pic>
        <p:nvPicPr>
          <p:cNvPr id="16" name="SHAPE Bildmarke">
            <a:extLst>
              <a:ext uri="{FF2B5EF4-FFF2-40B4-BE49-F238E27FC236}">
                <a16:creationId xmlns:a16="http://schemas.microsoft.com/office/drawing/2014/main" id="{08D20C58-2F49-4191-B3FD-B56C8A0360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1741289"/>
            <a:ext cx="5470253" cy="1317129"/>
          </a:xfrm>
          <a:prstGeom prst="rect">
            <a:avLst/>
          </a:prstGeom>
        </p:spPr>
      </p:pic>
      <p:pic>
        <p:nvPicPr>
          <p:cNvPr id="21" name="SHAPE WOrtmarke">
            <a:extLst>
              <a:ext uri="{FF2B5EF4-FFF2-40B4-BE49-F238E27FC236}">
                <a16:creationId xmlns:a16="http://schemas.microsoft.com/office/drawing/2014/main" id="{EDD5F75A-F87D-48DC-9C5F-89968A3DA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78973" y="3387329"/>
            <a:ext cx="2834056" cy="3470403"/>
          </a:xfrm>
          <a:prstGeom prst="rect">
            <a:avLst/>
          </a:prstGeom>
        </p:spPr>
      </p:pic>
      <p:sp>
        <p:nvSpPr>
          <p:cNvPr id="25" name="Titel 1">
            <a:extLst>
              <a:ext uri="{FF2B5EF4-FFF2-40B4-BE49-F238E27FC236}">
                <a16:creationId xmlns:a16="http://schemas.microsoft.com/office/drawing/2014/main" id="{B1479900-6287-49B3-9960-49207D10FCA2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635379" y="3969000"/>
            <a:ext cx="2297218" cy="40878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solidFill>
                  <a:schemeClr val="bg1"/>
                </a:solidFill>
                <a:latin typeface="Frutiger Next Com" panose="020B0503040204020203" pitchFamily="34" charset="0"/>
              </a:rPr>
              <a:t>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</a:endParaRPr>
          </a:p>
        </p:txBody>
      </p:sp>
      <p:sp>
        <p:nvSpPr>
          <p:cNvPr id="28" name="Copyright">
            <a:extLst>
              <a:ext uri="{FF2B5EF4-FFF2-40B4-BE49-F238E27FC236}">
                <a16:creationId xmlns:a16="http://schemas.microsoft.com/office/drawing/2014/main" id="{BBB50046-B4C6-4A59-B972-7AC28B953A32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chemeClr val="bg1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  <p:sp>
        <p:nvSpPr>
          <p:cNvPr id="30" name="Foliennummernplatzhalter 4">
            <a:extLst>
              <a:ext uri="{FF2B5EF4-FFF2-40B4-BE49-F238E27FC236}">
                <a16:creationId xmlns:a16="http://schemas.microsoft.com/office/drawing/2014/main" id="{EE440229-E64E-4583-A280-DB562680B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8611196" y="7057166"/>
            <a:ext cx="2742903" cy="36462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84FF3DF-A5E6-4196-9473-7CBA17E326DE}" type="slidenum">
              <a:rPr lang="de-DE" sz="100" b="1" smtClean="0">
                <a:solidFill>
                  <a:sysClr val="windowText" lastClr="000000"/>
                </a:solidFill>
              </a:rPr>
              <a:pPr>
                <a:defRPr/>
              </a:pPr>
              <a:t>‹#›</a:t>
            </a:fld>
            <a:endParaRPr lang="de-DE" sz="100" b="1">
              <a:solidFill>
                <a:sysClr val="windowText" lastClr="000000"/>
              </a:solidFill>
            </a:endParaRPr>
          </a:p>
        </p:txBody>
      </p:sp>
      <p:sp>
        <p:nvSpPr>
          <p:cNvPr id="31" name="Titel 1">
            <a:extLst>
              <a:ext uri="{FF2B5EF4-FFF2-40B4-BE49-F238E27FC236}">
                <a16:creationId xmlns:a16="http://schemas.microsoft.com/office/drawing/2014/main" id="{34EDA0FD-A8BE-49BB-B458-6A039999DCA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28598" y="3969000"/>
            <a:ext cx="3403658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solidFill>
                  <a:schemeClr val="bg1"/>
                </a:solidFill>
                <a:latin typeface="Frutiger Next Com" panose="020B0503040204020203" pitchFamily="34" charset="0"/>
              </a:rPr>
              <a:t>Zukunft gestalten.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pic>
        <p:nvPicPr>
          <p:cNvPr id="26" name="SHAPE Copyright">
            <a:extLst>
              <a:ext uri="{FF2B5EF4-FFF2-40B4-BE49-F238E27FC236}">
                <a16:creationId xmlns:a16="http://schemas.microsoft.com/office/drawing/2014/main" id="{B4C66284-1EBB-4044-9A50-2F83D1A2D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65638" y="6782098"/>
            <a:ext cx="4860726" cy="75902"/>
          </a:xfrm>
          <a:prstGeom prst="rect">
            <a:avLst/>
          </a:prstGeom>
        </p:spPr>
      </p:pic>
      <p:sp>
        <p:nvSpPr>
          <p:cNvPr id="20" name="Rechteck 19">
            <a:extLst>
              <a:ext uri="{FF2B5EF4-FFF2-40B4-BE49-F238E27FC236}">
                <a16:creationId xmlns:a16="http://schemas.microsoft.com/office/drawing/2014/main" id="{01E6151D-F810-4391-A329-0F112A72E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9335988" y="0"/>
            <a:ext cx="2856012" cy="2146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>
              <a:spcAft>
                <a:spcPts val="563"/>
              </a:spcAft>
            </a:pPr>
            <a:r>
              <a:rPr lang="de-DE" sz="1688" b="1">
                <a:effectLst/>
                <a:latin typeface="Segoe UI" panose="020B0502040204020203" pitchFamily="34" charset="0"/>
              </a:rPr>
              <a:t>Achtung:</a:t>
            </a:r>
          </a:p>
          <a:p>
            <a:pPr>
              <a:spcAft>
                <a:spcPts val="563"/>
              </a:spcAft>
            </a:pPr>
            <a:r>
              <a:rPr lang="de-DE" sz="1313" b="0">
                <a:effectLst/>
                <a:latin typeface="Segoe UI" panose="020B0502040204020203" pitchFamily="34" charset="0"/>
              </a:rPr>
              <a:t>Dieses Layout kann aufgrund mehrerer Animationen zu Performance-Problemen bei Online-Präsentationen führen.</a:t>
            </a:r>
          </a:p>
          <a:p>
            <a:r>
              <a:rPr lang="de-DE" sz="1313" b="0">
                <a:effectLst/>
                <a:latin typeface="Segoe UI" panose="020B0502040204020203" pitchFamily="34" charset="0"/>
              </a:rPr>
              <a:t>Die Warnung wird im Präsentationsmodus </a:t>
            </a:r>
            <a:r>
              <a:rPr lang="de-DE" sz="1313" b="0" kern="1200">
                <a:solidFill>
                  <a:schemeClr val="lt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nicht angezeigt.</a:t>
            </a:r>
          </a:p>
        </p:txBody>
      </p:sp>
    </p:spTree>
    <p:extLst>
      <p:ext uri="{BB962C8B-B14F-4D97-AF65-F5344CB8AC3E}">
        <p14:creationId xmlns:p14="http://schemas.microsoft.com/office/powerpoint/2010/main" val="2193358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01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2"/>
                            </p:stCondLst>
                            <p:childTnLst>
                              <p:par>
                                <p:cTn id="22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5" grpId="0"/>
      <p:bldP spid="28" grpId="0"/>
      <p:bldP spid="31" grpId="0"/>
      <p:bldP spid="20" grpId="0" animBg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slideLayout" Target="../slideLayouts/slideLayout67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40FDA8-DFC2-E6BF-49AF-753459DE9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63BA4-40F6-AAF2-AA81-A266715D1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5D12D-3216-BC64-6A3C-AEB2EEBF8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79D3BD-F99A-475A-8051-FA0622A138CB}" type="datetimeFigureOut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2A00A-12F2-559B-4810-65F2431F8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971A3-719D-8BA4-03EE-AD602F63CE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A2B35-8553-52B4-3D4F-4E835F0CDD4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9912" y="6672580"/>
            <a:ext cx="4127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– Intern –</a:t>
            </a:r>
          </a:p>
        </p:txBody>
      </p:sp>
    </p:spTree>
    <p:extLst>
      <p:ext uri="{BB962C8B-B14F-4D97-AF65-F5344CB8AC3E}">
        <p14:creationId xmlns:p14="http://schemas.microsoft.com/office/powerpoint/2010/main" val="3498808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AD996BDD-B4B9-4A14-BD59-06665BC1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602016"/>
            <a:ext cx="12192000" cy="255984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25649" y="0"/>
            <a:ext cx="10531078" cy="1336477"/>
          </a:xfrm>
          <a:prstGeom prst="rect">
            <a:avLst/>
          </a:prstGeom>
        </p:spPr>
        <p:txBody>
          <a:bodyPr vert="horz" lIns="0" tIns="342000" rIns="0" bIns="0" rtlCol="0" anchor="t" anchorCtr="0">
            <a:noAutofit/>
          </a:bodyPr>
          <a:lstStyle/>
          <a:p>
            <a:pPr lvl="0"/>
            <a:r>
              <a:rPr lang="de-DE" noProof="0"/>
              <a:t>Mastertitelformat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830461" y="1741290"/>
            <a:ext cx="10530563" cy="44559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  <a:p>
            <a:pPr lvl="5"/>
            <a:r>
              <a:rPr lang="de-DE" noProof="0" dirty="0"/>
              <a:t>Sechste Ebene</a:t>
            </a:r>
          </a:p>
          <a:p>
            <a:pPr lvl="6"/>
            <a:r>
              <a:rPr lang="de-DE" noProof="0" dirty="0"/>
              <a:t>Siebte Ebene</a:t>
            </a:r>
          </a:p>
          <a:p>
            <a:pPr lvl="7"/>
            <a:r>
              <a:rPr lang="de-DE" noProof="0" dirty="0"/>
              <a:t>Achte Ebene</a:t>
            </a:r>
          </a:p>
          <a:p>
            <a:pPr lvl="8"/>
            <a:r>
              <a:rPr lang="de-DE" noProof="0" dirty="0"/>
              <a:t>Neunte Ebene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49F7C0A-5F13-4046-9280-FB1F4C663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-182143" y="391419"/>
            <a:ext cx="168750" cy="5805785"/>
            <a:chOff x="-180000" y="417513"/>
            <a:chExt cx="180000" cy="6192837"/>
          </a:xfrm>
        </p:grpSpPr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B50B15BE-F5CE-46EC-AA89-28576B2F594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417513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31A58D5B-0F77-4BCF-8F40-8086334C2991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1425575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DE6884-12F1-481D-9652-1DA6D17A780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6610350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B9890DDC-AF54-472F-8C1A-08E8CF4557F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1857375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B04E203-37DA-49E0-8077-FC84C0D11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2207625" y="391419"/>
            <a:ext cx="168750" cy="5805785"/>
            <a:chOff x="13004800" y="417513"/>
            <a:chExt cx="180000" cy="6192837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05D8C0B-45C6-44B6-AD29-C0589D74585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417513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B014A53A-C4A5-45E0-A15D-314AD8563DB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1425575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B5C577E-26B9-46BF-9615-859C136444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6610350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30A2CD38-AD63-421C-9CE1-7D1526F96DB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1857375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D5800E6B-5367-4C0B-8582-D711C0533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426311" y="-189588"/>
            <a:ext cx="10932252" cy="168750"/>
            <a:chOff x="454731" y="-180000"/>
            <a:chExt cx="11661069" cy="180000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A0F9C05-B7F7-42A8-835B-CCAB43D62312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83356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545DBB29-A695-4CDE-B8D2-70831578848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2115800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65C0569E-249A-48BF-B596-AD0AA75B0118}"/>
                </a:ext>
              </a:extLst>
            </p:cNvPr>
            <p:cNvCxnSpPr>
              <a:cxnSpLocks/>
            </p:cNvCxnSpPr>
            <p:nvPr userDrawn="1"/>
          </p:nvCxnSpPr>
          <p:spPr bwMode="gray">
            <a:xfrm rot="5400000">
              <a:off x="364731" y="-90000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420F848E-E9F1-4C3E-AA25-A395C85AA267}"/>
                </a:ext>
              </a:extLst>
            </p:cNvPr>
            <p:cNvCxnSpPr>
              <a:cxnSpLocks/>
            </p:cNvCxnSpPr>
            <p:nvPr userDrawn="1"/>
          </p:nvCxnSpPr>
          <p:spPr bwMode="gray">
            <a:xfrm rot="5400000">
              <a:off x="11596400" y="-90000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AC4EE6A3-FF68-4AD3-830B-491A04740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828146" y="6873748"/>
            <a:ext cx="10530416" cy="168750"/>
            <a:chOff x="883356" y="-180000"/>
            <a:chExt cx="11232444" cy="18000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B98EEAF8-C6BA-4EFB-B9DA-E3BD5542C5A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83356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87EE3B2A-1F13-43A6-B1F9-DE84BD02474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2115800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2B1C12A8-08F3-466F-918B-347CA6F4C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9740804" y="6602016"/>
            <a:ext cx="1215923" cy="2214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rgbClr val="666666"/>
                </a:solidFill>
              </a:defRPr>
            </a:lvl1pPr>
          </a:lstStyle>
          <a:p>
            <a:fld id="{A0DBF130-57B9-4BF8-BB38-FAC656F4BAE5}" type="datetime1">
              <a:rPr lang="de-DE" smtClean="0"/>
              <a:t>16.06.2026</a:t>
            </a:fld>
            <a:endParaRPr lang="de-DE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6BD59EDB-3839-4402-9916-3E373593A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25649" y="6602016"/>
            <a:ext cx="4049614" cy="2214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rgbClr val="666666"/>
                </a:solidFill>
              </a:defRPr>
            </a:lvl1pPr>
          </a:lstStyle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8C99B45F-A05D-4C42-A666-FFF55C80E94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0956727" y="6602016"/>
            <a:ext cx="809625" cy="2214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rgbClr val="666666"/>
                </a:solidFill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A25432-287D-28A9-8DF5-FA1F306F32D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9912" y="6672580"/>
            <a:ext cx="4127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– Intern –</a:t>
            </a:r>
          </a:p>
        </p:txBody>
      </p:sp>
    </p:spTree>
    <p:extLst>
      <p:ext uri="{BB962C8B-B14F-4D97-AF65-F5344CB8AC3E}">
        <p14:creationId xmlns:p14="http://schemas.microsoft.com/office/powerpoint/2010/main" val="17401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</p:sldLayoutIdLst>
  <p:hf hdr="0"/>
  <p:txStyles>
    <p:titleStyle>
      <a:lvl1pPr algn="l" defTabSz="914428" rtl="0" eaLnBrk="1" latinLnBrk="0" hangingPunct="1">
        <a:lnSpc>
          <a:spcPct val="100000"/>
        </a:lnSpc>
        <a:spcBef>
          <a:spcPct val="0"/>
        </a:spcBef>
        <a:buNone/>
        <a:defRPr sz="2625" b="1" kern="1200" baseline="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 sz="2625" b="1" kern="1200" baseline="0">
          <a:latin typeface="+mj-lt"/>
        </a:defRPr>
      </a:lvl2pPr>
      <a:lvl3pPr eaLnBrk="1" hangingPunct="1">
        <a:defRPr sz="2625" b="1" kern="1200" baseline="0">
          <a:latin typeface="+mj-lt"/>
        </a:defRPr>
      </a:lvl3pPr>
      <a:lvl4pPr eaLnBrk="1" hangingPunct="1">
        <a:defRPr sz="2625" b="1" kern="1200" baseline="0">
          <a:latin typeface="+mj-lt"/>
        </a:defRPr>
      </a:lvl4pPr>
      <a:lvl5pPr eaLnBrk="1" hangingPunct="1">
        <a:defRPr sz="2625" b="1" kern="1200" baseline="0">
          <a:latin typeface="+mj-lt"/>
        </a:defRPr>
      </a:lvl5pPr>
      <a:lvl6pPr eaLnBrk="1" hangingPunct="1">
        <a:defRPr sz="2625" b="1" kern="1200" baseline="0">
          <a:latin typeface="+mj-lt"/>
        </a:defRPr>
      </a:lvl6pPr>
      <a:lvl7pPr eaLnBrk="1" hangingPunct="1">
        <a:defRPr sz="2625" b="1" kern="1200" baseline="0">
          <a:latin typeface="+mj-lt"/>
        </a:defRPr>
      </a:lvl7pPr>
      <a:lvl8pPr eaLnBrk="1" hangingPunct="1">
        <a:defRPr sz="2625" b="1" kern="1200" baseline="0">
          <a:latin typeface="+mj-lt"/>
        </a:defRPr>
      </a:lvl8pPr>
      <a:lvl9pPr eaLnBrk="1" hangingPunct="1">
        <a:defRPr sz="2625" b="1" kern="1200" baseline="0">
          <a:latin typeface="+mj-lt"/>
        </a:defRPr>
      </a:lvl9pPr>
    </p:titleStyle>
    <p:bodyStyle>
      <a:lvl1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202500" indent="-20250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Clr>
          <a:schemeClr val="tx1"/>
        </a:buClr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404813" indent="-202500" algn="l" defTabSz="914428" rtl="0" eaLnBrk="1" latinLnBrk="0" hangingPunct="1">
        <a:lnSpc>
          <a:spcPct val="100000"/>
        </a:lnSpc>
        <a:spcBef>
          <a:spcPts val="0"/>
        </a:spcBef>
        <a:spcAft>
          <a:spcPts val="469"/>
        </a:spcAft>
        <a:buClr>
          <a:schemeClr val="tx1"/>
        </a:buClr>
        <a:buFont typeface="Symbol" panose="05050102010706020507" pitchFamily="18" charset="2"/>
        <a:buChar char="-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607500" indent="-202500" algn="l" defTabSz="914428" rtl="0" eaLnBrk="1" latinLnBrk="0" hangingPunct="1">
        <a:lnSpc>
          <a:spcPct val="100000"/>
        </a:lnSpc>
        <a:spcBef>
          <a:spcPts val="0"/>
        </a:spcBef>
        <a:spcAft>
          <a:spcPts val="469"/>
        </a:spcAft>
        <a:buClr>
          <a:schemeClr val="tx1"/>
        </a:buClr>
        <a:buFont typeface="Symbol" panose="05050102010706020507" pitchFamily="18" charset="2"/>
        <a:buChar char="-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2500" indent="-20250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Clr>
          <a:schemeClr val="tx1"/>
        </a:buClr>
        <a:buFont typeface="+mj-lt"/>
        <a:buAutoNum type="arabicPeriod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405000" indent="-202500" algn="l" defTabSz="914428" rtl="0" eaLnBrk="1" latinLnBrk="0" hangingPunct="1">
        <a:lnSpc>
          <a:spcPct val="100000"/>
        </a:lnSpc>
        <a:spcBef>
          <a:spcPts val="0"/>
        </a:spcBef>
        <a:spcAft>
          <a:spcPts val="469"/>
        </a:spcAft>
        <a:buClr>
          <a:schemeClr val="tx1"/>
        </a:buClr>
        <a:buFont typeface="+mj-lt"/>
        <a:buAutoNum type="alphaLcPeriod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1875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750" kern="1200">
          <a:solidFill>
            <a:srgbClr val="666666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4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8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43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57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71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85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00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14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6">
          <p15:clr>
            <a:srgbClr val="F26B43"/>
          </p15:clr>
        </p15:guide>
        <p15:guide id="2" pos="7906">
          <p15:clr>
            <a:srgbClr val="A4A3A4"/>
          </p15:clr>
        </p15:guide>
        <p15:guide id="3" pos="558">
          <p15:clr>
            <a:srgbClr val="9FCC3B"/>
          </p15:clr>
        </p15:guide>
        <p15:guide id="4" pos="7634">
          <p15:clr>
            <a:srgbClr val="9FCC3B"/>
          </p15:clr>
        </p15:guide>
        <p15:guide id="5" pos="831">
          <p15:clr>
            <a:srgbClr val="A4A3A4"/>
          </p15:clr>
        </p15:guide>
        <p15:guide id="6" pos="7362">
          <p15:clr>
            <a:srgbClr val="F26B43"/>
          </p15:clr>
        </p15:guide>
        <p15:guide id="7" pos="1102">
          <p15:clr>
            <a:srgbClr val="A4A3A4"/>
          </p15:clr>
        </p15:guide>
        <p15:guide id="8" pos="1374">
          <p15:clr>
            <a:srgbClr val="A4A3A4"/>
          </p15:clr>
        </p15:guide>
        <p15:guide id="9" pos="1647">
          <p15:clr>
            <a:srgbClr val="A4A3A4"/>
          </p15:clr>
        </p15:guide>
        <p15:guide id="10" pos="1919">
          <p15:clr>
            <a:srgbClr val="A4A3A4"/>
          </p15:clr>
        </p15:guide>
        <p15:guide id="11" pos="2191">
          <p15:clr>
            <a:srgbClr val="A4A3A4"/>
          </p15:clr>
        </p15:guide>
        <p15:guide id="12" pos="2463">
          <p15:clr>
            <a:srgbClr val="A4A3A4"/>
          </p15:clr>
        </p15:guide>
        <p15:guide id="13" pos="2735">
          <p15:clr>
            <a:srgbClr val="A4A3A4"/>
          </p15:clr>
        </p15:guide>
        <p15:guide id="14" pos="3007">
          <p15:clr>
            <a:srgbClr val="A4A3A4"/>
          </p15:clr>
        </p15:guide>
        <p15:guide id="15" pos="3280">
          <p15:clr>
            <a:srgbClr val="A4A3A4"/>
          </p15:clr>
        </p15:guide>
        <p15:guide id="16" pos="3552">
          <p15:clr>
            <a:srgbClr val="A4A3A4"/>
          </p15:clr>
        </p15:guide>
        <p15:guide id="17" pos="3824">
          <p15:clr>
            <a:srgbClr val="A4A3A4"/>
          </p15:clr>
        </p15:guide>
        <p15:guide id="18" pos="4096">
          <p15:clr>
            <a:srgbClr val="A4A3A4"/>
          </p15:clr>
        </p15:guide>
        <p15:guide id="19" pos="4368">
          <p15:clr>
            <a:srgbClr val="A4A3A4"/>
          </p15:clr>
        </p15:guide>
        <p15:guide id="20" pos="4640">
          <p15:clr>
            <a:srgbClr val="A4A3A4"/>
          </p15:clr>
        </p15:guide>
        <p15:guide id="21" pos="4912">
          <p15:clr>
            <a:srgbClr val="A4A3A4"/>
          </p15:clr>
        </p15:guide>
        <p15:guide id="22" pos="5185">
          <p15:clr>
            <a:srgbClr val="A4A3A4"/>
          </p15:clr>
        </p15:guide>
        <p15:guide id="23" pos="5457">
          <p15:clr>
            <a:srgbClr val="A4A3A4"/>
          </p15:clr>
        </p15:guide>
        <p15:guide id="24" pos="5729">
          <p15:clr>
            <a:srgbClr val="A4A3A4"/>
          </p15:clr>
        </p15:guide>
        <p15:guide id="25" pos="6001">
          <p15:clr>
            <a:srgbClr val="A4A3A4"/>
          </p15:clr>
        </p15:guide>
        <p15:guide id="26" pos="6273">
          <p15:clr>
            <a:srgbClr val="A4A3A4"/>
          </p15:clr>
        </p15:guide>
        <p15:guide id="27" pos="6545">
          <p15:clr>
            <a:srgbClr val="A4A3A4"/>
          </p15:clr>
        </p15:guide>
        <p15:guide id="28" pos="6818">
          <p15:clr>
            <a:srgbClr val="A4A3A4"/>
          </p15:clr>
        </p15:guide>
        <p15:guide id="29" pos="7089">
          <p15:clr>
            <a:srgbClr val="A4A3A4"/>
          </p15:clr>
        </p15:guide>
        <p15:guide id="30" orient="horz" pos="263">
          <p15:clr>
            <a:srgbClr val="F26B43"/>
          </p15:clr>
        </p15:guide>
        <p15:guide id="31" orient="horz" pos="898">
          <p15:clr>
            <a:srgbClr val="F26B43"/>
          </p15:clr>
        </p15:guide>
        <p15:guide id="32" orient="horz" pos="1170">
          <p15:clr>
            <a:srgbClr val="9FCC3B"/>
          </p15:clr>
        </p15:guide>
        <p15:guide id="33" orient="horz" pos="4164">
          <p15:clr>
            <a:srgbClr val="9FCC3B"/>
          </p15:clr>
        </p15:guide>
        <p15:guide id="34" orient="horz" pos="1442">
          <p15:clr>
            <a:srgbClr val="A4A3A4"/>
          </p15:clr>
        </p15:guide>
        <p15:guide id="35" orient="horz" pos="1714">
          <p15:clr>
            <a:srgbClr val="A4A3A4"/>
          </p15:clr>
        </p15:guide>
        <p15:guide id="36" orient="horz" pos="1986">
          <p15:clr>
            <a:srgbClr val="A4A3A4"/>
          </p15:clr>
        </p15:guide>
        <p15:guide id="37" orient="horz" pos="2259">
          <p15:clr>
            <a:srgbClr val="A4A3A4"/>
          </p15:clr>
        </p15:guide>
        <p15:guide id="38" orient="horz" pos="2531">
          <p15:clr>
            <a:srgbClr val="A4A3A4"/>
          </p15:clr>
        </p15:guide>
        <p15:guide id="39" orient="horz" pos="2803">
          <p15:clr>
            <a:srgbClr val="A4A3A4"/>
          </p15:clr>
        </p15:guide>
        <p15:guide id="40" orient="horz" pos="3075">
          <p15:clr>
            <a:srgbClr val="A4A3A4"/>
          </p15:clr>
        </p15:guide>
        <p15:guide id="41" orient="horz" pos="3347">
          <p15:clr>
            <a:srgbClr val="A4A3A4"/>
          </p15:clr>
        </p15:guide>
        <p15:guide id="42" orient="horz" pos="3619">
          <p15:clr>
            <a:srgbClr val="A4A3A4"/>
          </p15:clr>
        </p15:guide>
        <p15:guide id="43" orient="horz" pos="3892">
          <p15:clr>
            <a:srgbClr val="A4A3A4"/>
          </p15:clr>
        </p15:guide>
        <p15:guide id="44" orient="horz" pos="4436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A1D043-23D6-474A-9AAE-030FA79C3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461" y="2146102"/>
            <a:ext cx="8274746" cy="2025551"/>
          </a:xfrm>
        </p:spPr>
        <p:txBody>
          <a:bodyPr/>
          <a:lstStyle/>
          <a:p>
            <a:r>
              <a:rPr lang="de-DE" sz="2400" dirty="0"/>
              <a:t>AI </a:t>
            </a:r>
            <a:r>
              <a:rPr lang="de-DE" sz="2400" dirty="0" err="1"/>
              <a:t>Red</a:t>
            </a:r>
            <a:r>
              <a:rPr lang="de-DE" sz="2400" dirty="0"/>
              <a:t> Teaming: Systematische Sicherheitsanalyse von Large Language Models mit Tool-Access</a:t>
            </a:r>
          </a:p>
        </p:txBody>
      </p:sp>
      <p:sp>
        <p:nvSpPr>
          <p:cNvPr id="19" name="Untertitel 18">
            <a:extLst>
              <a:ext uri="{FF2B5EF4-FFF2-40B4-BE49-F238E27FC236}">
                <a16:creationId xmlns:a16="http://schemas.microsoft.com/office/drawing/2014/main" id="{6DE88D32-D217-4B6E-9E43-B9C4BF9A1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461" y="4576465"/>
            <a:ext cx="5265539" cy="270000"/>
          </a:xfrm>
        </p:spPr>
        <p:txBody>
          <a:bodyPr/>
          <a:lstStyle/>
          <a:p>
            <a:r>
              <a:rPr lang="de-DE" dirty="0"/>
              <a:t>Oliver Ilczuk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036797E4-9B94-47F7-8007-9A9083E866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0461" y="4846465"/>
            <a:ext cx="5265539" cy="270000"/>
          </a:xfrm>
        </p:spPr>
        <p:txBody>
          <a:bodyPr/>
          <a:lstStyle/>
          <a:p>
            <a:r>
              <a:rPr lang="de-DE" dirty="0"/>
              <a:t>O31111 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F6FFC2-8A59-4C21-9D78-37D380BB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28625"/>
            <a:fld id="{B0BCD7E2-0943-404D-8EE4-0EECF1F089E5}" type="datetime1">
              <a:rPr lang="de-DE">
                <a:solidFill>
                  <a:prstClr val="white"/>
                </a:solidFill>
                <a:latin typeface="Segoe UI"/>
              </a:rPr>
              <a:pPr defTabSz="428625"/>
              <a:t>16.06.2026</a:t>
            </a:fld>
            <a:endParaRPr lang="de-DE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D58BC3B-07EB-44D9-801C-05523154FB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0461" y="5442348"/>
            <a:ext cx="5265539" cy="270000"/>
          </a:xfrm>
        </p:spPr>
        <p:txBody>
          <a:bodyPr/>
          <a:lstStyle/>
          <a:p>
            <a:r>
              <a:rPr lang="de-DE" dirty="0"/>
              <a:t>Version 1.0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255BCD8-5C8F-4597-B041-7E1B27E3D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994BE43-7893-4C57-99BE-1AEC894A33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1</a:t>
            </a:fld>
            <a:endParaRPr lang="de-DE"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88691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BB796E-E8F8-41A3-9069-B1FF6B31E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Problemstellung &amp; Zielsetzung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FA8F7C33-A656-48E3-9962-C5071CE97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C538986-6FEC-4E96-9EB5-43F35DAB8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E5FA7BD-D5AB-4F9E-B89E-E24FE6209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5B3C382-3B1F-40D4-811D-387E47FDFFF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2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392C0192-8BCB-B11F-A461-34671C9598D3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de-DE" dirty="0"/>
              <a:t>Worum es geht: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LLM-Chatbots übersetzen Nutzerfragen in SQL (Natural-Language-</a:t>
            </a:r>
            <a:r>
              <a:rPr lang="de-DE" b="0" dirty="0" err="1"/>
              <a:t>to</a:t>
            </a:r>
            <a:r>
              <a:rPr lang="de-DE" b="0" dirty="0"/>
              <a:t>-SQL) und führen sie auf einer Produktivdatenbank aus.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Neue Angriffsfläche: Prompt </a:t>
            </a:r>
            <a:r>
              <a:rPr lang="de-DE" b="0" dirty="0" err="1"/>
              <a:t>Injection</a:t>
            </a:r>
            <a:r>
              <a:rPr lang="de-DE" b="0" dirty="0"/>
              <a:t> → Datenabfluss, unautorisierte SQL-Ausführung, Datenmanipulation (Schreiben/Löschen).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Der Scope umfasst Lesen (Exfiltration) und Schreiben (Manipulation, Privilege </a:t>
            </a:r>
            <a:r>
              <a:rPr lang="de-DE" b="0" dirty="0" err="1"/>
              <a:t>Escalation</a:t>
            </a:r>
            <a:r>
              <a:rPr lang="de-DE" b="0" dirty="0"/>
              <a:t>, Finanzbetrug).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Schutzmaßnahmen kosten Latenz, GPU-Rechenleistung, Geld — Wirksamkeit und Preis sind empirisch kaum belastbar gemessen.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de-DE" b="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de-DE" b="0" dirty="0"/>
          </a:p>
          <a:p>
            <a:pPr lvl="1"/>
            <a:r>
              <a:rPr lang="de-DE" u="sng" dirty="0"/>
              <a:t>Ohne Schutz:</a:t>
            </a:r>
            <a:r>
              <a:rPr lang="de-DE" b="0" dirty="0"/>
              <a:t> </a:t>
            </a:r>
            <a:r>
              <a:rPr lang="de-DE" b="0" i="1" dirty="0" err="1"/>
              <a:t>Ungeschützer</a:t>
            </a:r>
            <a:r>
              <a:rPr lang="de-DE" b="0" i="1" dirty="0"/>
              <a:t> </a:t>
            </a:r>
            <a:r>
              <a:rPr lang="de-DE" b="0" dirty="0"/>
              <a:t>LLM-DB-Access. Prompt-</a:t>
            </a:r>
            <a:r>
              <a:rPr lang="de-DE" b="0" dirty="0" err="1"/>
              <a:t>Injection</a:t>
            </a:r>
            <a:r>
              <a:rPr lang="de-DE" b="0" dirty="0"/>
              <a:t> kann zu Leak und Manipulation der Daten führen</a:t>
            </a:r>
          </a:p>
          <a:p>
            <a:pPr lvl="1"/>
            <a:r>
              <a:rPr lang="de-DE" u="sng" dirty="0"/>
              <a:t>Ziel:</a:t>
            </a:r>
            <a:r>
              <a:rPr lang="de-DE" dirty="0"/>
              <a:t> </a:t>
            </a:r>
            <a:r>
              <a:rPr lang="de-DE" b="0" i="1" dirty="0"/>
              <a:t>Defense-in-Depth, messbar</a:t>
            </a:r>
            <a:r>
              <a:rPr lang="de-DE" b="0" dirty="0"/>
              <a:t>: gestaffelte Abwehr (Prompt · </a:t>
            </a:r>
            <a:r>
              <a:rPr lang="de-DE" b="0" dirty="0" err="1"/>
              <a:t>Guardrail</a:t>
            </a:r>
            <a:r>
              <a:rPr lang="de-DE" b="0" dirty="0"/>
              <a:t> · DB-Rechte/RLS/</a:t>
            </a:r>
            <a:r>
              <a:rPr lang="de-DE" b="0" dirty="0" err="1"/>
              <a:t>Masking</a:t>
            </a:r>
            <a:r>
              <a:rPr lang="de-DE" b="0" dirty="0"/>
              <a:t>);                 Wirksamkeit </a:t>
            </a:r>
            <a:r>
              <a:rPr lang="de-DE" dirty="0"/>
              <a:t>und</a:t>
            </a:r>
            <a:r>
              <a:rPr lang="de-DE" b="0" dirty="0"/>
              <a:t> Kosten quantifiziert.</a:t>
            </a:r>
          </a:p>
        </p:txBody>
      </p:sp>
    </p:spTree>
    <p:extLst>
      <p:ext uri="{BB962C8B-B14F-4D97-AF65-F5344CB8AC3E}">
        <p14:creationId xmlns:p14="http://schemas.microsoft.com/office/powerpoint/2010/main" val="183044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10CD51-FBE8-736C-4154-C92999FFF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55CE5-F2A6-AFC6-DDFF-2F6DDE48F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Szenario &amp; Akteure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75A86397-89DD-3E05-71A7-6ACF81CA4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3FB4DD4-A577-9818-504D-07F00DC10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9F4337C-31B7-9E5B-78CE-35EDB34F7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13D4D60-DAAB-E1A8-ACC7-BAB70E76F8A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3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A0D8F226-6332-2921-CAAB-DB36A3316C22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054FE07D-4E5A-94B0-00A4-ABF6D952FE8E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de-DE" dirty="0"/>
              <a:t>System:</a:t>
            </a:r>
            <a:r>
              <a:rPr lang="de-DE" b="0" dirty="0"/>
              <a:t> Multi-Tenant-SaaS, ähnlich Amazon. Ein LLM-Dienst mit </a:t>
            </a:r>
            <a:r>
              <a:rPr lang="de-DE" b="0" dirty="0" err="1"/>
              <a:t>Zugrif</a:t>
            </a:r>
            <a:r>
              <a:rPr lang="de-DE" b="0" dirty="0"/>
              <a:t> auf eine globale DB mit Daten aller </a:t>
            </a:r>
            <a:r>
              <a:rPr lang="de-DE" b="0" dirty="0" err="1"/>
              <a:t>Tenants</a:t>
            </a:r>
            <a:r>
              <a:rPr lang="de-DE" b="0" dirty="0"/>
              <a:t>.</a:t>
            </a:r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r>
              <a:rPr lang="de-DE" dirty="0"/>
              <a:t>Angreifer: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authentifizierter Tenant will durch direkte Prompt </a:t>
            </a:r>
            <a:r>
              <a:rPr lang="de-DE" b="0" dirty="0" err="1"/>
              <a:t>Injection</a:t>
            </a:r>
            <a:r>
              <a:rPr lang="de-DE" b="0" dirty="0"/>
              <a:t> an fremde/höhere Daten </a:t>
            </a:r>
            <a:r>
              <a:rPr lang="de-DE" b="0" i="1" dirty="0"/>
              <a:t>oder</a:t>
            </a:r>
            <a:r>
              <a:rPr lang="de-DE" b="0" dirty="0"/>
              <a:t> unautorisiert schreiben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Indirekte Prompt </a:t>
            </a:r>
            <a:r>
              <a:rPr lang="de-DE" b="0" dirty="0" err="1"/>
              <a:t>Injection</a:t>
            </a:r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399E616C-5D4F-CC1C-2763-033ED520B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244604"/>
              </p:ext>
            </p:extLst>
          </p:nvPr>
        </p:nvGraphicFramePr>
        <p:xfrm>
          <a:off x="1995292" y="1936864"/>
          <a:ext cx="8201415" cy="243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025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3295585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2733805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</a:tblGrid>
              <a:tr h="516003">
                <a:tc>
                  <a:txBody>
                    <a:bodyPr/>
                    <a:lstStyle/>
                    <a:p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Rolle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Beschreibung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Mapping (</a:t>
                      </a:r>
                      <a:r>
                        <a:rPr lang="de-DE" sz="1400" b="1" dirty="0" err="1">
                          <a:solidFill>
                            <a:schemeClr val="bg1"/>
                          </a:solidFill>
                          <a:latin typeface="+mn-lt"/>
                        </a:rPr>
                        <a:t>Kollaborationslsg</a:t>
                      </a: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-Kontext)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596736"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Admin/Plattform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Betreiber, übergreifend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„Unternehmen“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596736"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Händler (Tenant)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Eigene Produkte, Umsätze, Käufer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Steuerkanzlei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596736"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Kunde (Tenant)</a:t>
                      </a:r>
                      <a:endParaRPr kumimoji="0" lang="de-DE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Eigenes Profil, Bestellungen, Zahlungsdaten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1" indent="-1793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Mandant/Arbeitnehmer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7875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31141-9703-73D1-6A48-BF8AAD08B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76530-F8AB-3DD5-CE0B-028B162C6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Berechtigungsmatrix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F41A1223-94F6-E0CD-2629-39523C6B0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4933CDC-55DF-173A-5A9A-B3B90E884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A5DFCBD-83FE-30EF-DB63-525C19888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78DADFE-CC31-FAE4-CE21-02DF8EFD178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4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3856E10D-E5E7-6716-DC52-53D718C4E965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00A6D14E-1D18-2D17-C846-B0F1C92A4BAF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19465264-8D8B-DAD6-FFDA-D405F700E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553609"/>
              </p:ext>
            </p:extLst>
          </p:nvPr>
        </p:nvGraphicFramePr>
        <p:xfrm>
          <a:off x="2778509" y="981536"/>
          <a:ext cx="6634981" cy="3906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4590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1217849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1628821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  <a:gridCol w="1463721">
                  <a:extLst>
                    <a:ext uri="{9D8B030D-6E8A-4147-A177-3AD203B41FA5}">
                      <a16:colId xmlns:a16="http://schemas.microsoft.com/office/drawing/2014/main" val="3265977997"/>
                    </a:ext>
                  </a:extLst>
                </a:gridCol>
              </a:tblGrid>
              <a:tr h="429495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Datenobjekt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Kunde R/W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Händler R/W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Admin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de-DE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Eigenes Profil/Bestellungen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de-DE" sz="140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1/1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1/1 (eigene)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Fremde Kunden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Eingeschränkt/0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Fremde Händler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Händler.payout_account</a:t>
                      </a:r>
                      <a:endParaRPr kumimoji="0" lang="de-DE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1/1 (eigene)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Payment.card_token</a:t>
                      </a:r>
                      <a:endParaRPr kumimoji="0" lang="de-DE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Maskiert/1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Eingeschränkt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User.role</a:t>
                      </a:r>
                      <a:endParaRPr kumimoji="0" lang="de-DE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Order.total</a:t>
                      </a:r>
                      <a:endParaRPr kumimoji="0" lang="de-DE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1/0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de-DE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2000" marR="72000" marT="72000" marB="7200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  <p:sp>
        <p:nvSpPr>
          <p:cNvPr id="4" name="Textplatzhalter 4">
            <a:extLst>
              <a:ext uri="{FF2B5EF4-FFF2-40B4-BE49-F238E27FC236}">
                <a16:creationId xmlns:a16="http://schemas.microsoft.com/office/drawing/2014/main" id="{25DFEC8E-8CEF-2847-9F12-372A0564C519}"/>
              </a:ext>
            </a:extLst>
          </p:cNvPr>
          <p:cNvSpPr txBox="1">
            <a:spLocks/>
          </p:cNvSpPr>
          <p:nvPr/>
        </p:nvSpPr>
        <p:spPr bwMode="gray">
          <a:xfrm>
            <a:off x="2292926" y="5270267"/>
            <a:ext cx="7606146" cy="865188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/>
              <a:t>Schutzaufgabe:</a:t>
            </a:r>
            <a:r>
              <a:rPr lang="de-DE" sz="1600" i="1" dirty="0"/>
              <a:t> </a:t>
            </a:r>
            <a:r>
              <a:rPr lang="de-DE" sz="1600" b="0" dirty="0"/>
              <a:t>Egal was das LLM generiert, eine Anfrage darf nur die Zeilen lesen oder schreiben, die der Matrix für die authentifizierte Rolle entsprechen.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480952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5DA6D-32D0-C792-BB40-2A293C92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D4BAC-689A-1F25-C907-D98558134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9408308" cy="1336477"/>
          </a:xfrm>
        </p:spPr>
        <p:txBody>
          <a:bodyPr/>
          <a:lstStyle/>
          <a:p>
            <a:r>
              <a:rPr lang="de-DE" dirty="0"/>
              <a:t>Angriffsklassen: Lesen und Schreiben (OWASP LLM Top 10 2025)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508C5663-D447-F069-5D05-1668696AC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7E9B5B-CAF4-2E0C-1DC5-A9A06CC8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B52D965-B76F-BA2A-AD44-BAB45B529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52EF296-D748-D525-F4E6-5D53EEEEB88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5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3E77E84E-ACC9-984F-0A69-BD0881B48A6E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F2B5E0D-CAD5-CA18-8B68-B2E8682CC270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de-DE" dirty="0"/>
              <a:t>Lese-Angriffe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LLM02 (Sensitive Information Disclosure):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R1: </a:t>
            </a:r>
            <a:r>
              <a:rPr lang="de-DE" b="0" dirty="0"/>
              <a:t>Cross-Tenant Read: Händler A liest Umsatz von Händler B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R2: </a:t>
            </a:r>
            <a:r>
              <a:rPr lang="de-DE" b="0" dirty="0" err="1"/>
              <a:t>Vertical</a:t>
            </a:r>
            <a:r>
              <a:rPr lang="de-DE" b="0" dirty="0"/>
              <a:t>-Read: Kunde liest fremdes Auszahlungskonto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R3: </a:t>
            </a:r>
            <a:r>
              <a:rPr lang="de-DE" b="0" dirty="0" err="1"/>
              <a:t>Column</a:t>
            </a:r>
            <a:r>
              <a:rPr lang="de-DE" b="0" dirty="0"/>
              <a:t>-Read: gesperrte Spalte in sichtbarer Zeile (</a:t>
            </a:r>
            <a:r>
              <a:rPr lang="de-DE" b="0" dirty="0" err="1"/>
              <a:t>card_token</a:t>
            </a:r>
            <a:r>
              <a:rPr lang="de-DE" b="0" dirty="0"/>
              <a:t>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de-DE" b="0" dirty="0"/>
          </a:p>
          <a:p>
            <a:pPr lvl="1"/>
            <a:r>
              <a:rPr lang="de-DE" dirty="0"/>
              <a:t>Schreib-Angriffe </a:t>
            </a:r>
            <a:r>
              <a:rPr lang="de-DE" dirty="0">
                <a:sym typeface="Wingdings" panose="05000000000000000000" pitchFamily="2" charset="2"/>
              </a:rPr>
              <a:t> LLM06 (</a:t>
            </a:r>
            <a:r>
              <a:rPr lang="de-DE" dirty="0" err="1">
                <a:sym typeface="Wingdings" panose="05000000000000000000" pitchFamily="2" charset="2"/>
              </a:rPr>
              <a:t>Excessive</a:t>
            </a:r>
            <a:r>
              <a:rPr lang="de-DE" dirty="0">
                <a:sym typeface="Wingdings" panose="05000000000000000000" pitchFamily="2" charset="2"/>
              </a:rPr>
              <a:t> Agency), LLM05 (</a:t>
            </a:r>
            <a:r>
              <a:rPr lang="de-DE" dirty="0" err="1"/>
              <a:t>Improper</a:t>
            </a:r>
            <a:r>
              <a:rPr lang="de-DE" dirty="0"/>
              <a:t> Output Handling):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W1: </a:t>
            </a:r>
            <a:r>
              <a:rPr lang="de-DE" b="0" dirty="0"/>
              <a:t>Cross-Tenant Write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W2: </a:t>
            </a:r>
            <a:r>
              <a:rPr lang="de-DE" b="0" dirty="0"/>
              <a:t>Privilege </a:t>
            </a:r>
            <a:r>
              <a:rPr lang="de-DE" b="0" dirty="0" err="1"/>
              <a:t>Escalation</a:t>
            </a:r>
            <a:endParaRPr lang="de-DE" b="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W3: </a:t>
            </a:r>
            <a:r>
              <a:rPr lang="de-DE" b="0" dirty="0"/>
              <a:t>Self-</a:t>
            </a:r>
            <a:r>
              <a:rPr lang="de-DE" b="0" dirty="0" err="1"/>
              <a:t>Serving</a:t>
            </a:r>
            <a:r>
              <a:rPr lang="de-DE" b="0" dirty="0"/>
              <a:t> Write: </a:t>
            </a:r>
            <a:r>
              <a:rPr lang="de-DE" b="0" dirty="0" err="1"/>
              <a:t>orders.total</a:t>
            </a:r>
            <a:r>
              <a:rPr lang="de-DE" b="0" dirty="0"/>
              <a:t> = 0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W4: </a:t>
            </a:r>
            <a:r>
              <a:rPr lang="de-DE" b="0" dirty="0"/>
              <a:t> Destruktiv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W5: </a:t>
            </a:r>
            <a:r>
              <a:rPr lang="de-DE" b="0" dirty="0"/>
              <a:t>Finanzbetrug: </a:t>
            </a:r>
            <a:r>
              <a:rPr lang="de-DE" b="0" dirty="0" err="1"/>
              <a:t>merchant.payout_account</a:t>
            </a:r>
            <a:r>
              <a:rPr lang="de-DE" b="0" dirty="0"/>
              <a:t> modifizieren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lvl="1"/>
            <a:r>
              <a:rPr lang="de-DE" dirty="0" err="1"/>
              <a:t>Stored</a:t>
            </a:r>
            <a:r>
              <a:rPr lang="de-DE" dirty="0"/>
              <a:t> / </a:t>
            </a:r>
            <a:r>
              <a:rPr lang="de-DE" dirty="0" err="1"/>
              <a:t>indirect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LLM01: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S1: </a:t>
            </a:r>
            <a:r>
              <a:rPr lang="de-DE" b="0" dirty="0">
                <a:sym typeface="Wingdings" panose="05000000000000000000" pitchFamily="2" charset="2"/>
              </a:rPr>
              <a:t>Schadtext in product.name / </a:t>
            </a:r>
            <a:r>
              <a:rPr lang="de-DE" b="0" dirty="0" err="1">
                <a:sym typeface="Wingdings" panose="05000000000000000000" pitchFamily="2" charset="2"/>
              </a:rPr>
              <a:t>order.note</a:t>
            </a:r>
            <a:r>
              <a:rPr lang="de-DE" b="0" dirty="0">
                <a:sym typeface="Wingdings" panose="05000000000000000000" pitchFamily="2" charset="2"/>
              </a:rPr>
              <a:t> schreiben  kapert LLM eines anderen Nutzers beim Lesen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4851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F4763-5BD3-1FC4-1023-74EF71B94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230EA9-1B6E-2C20-C708-F79E49297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Erfolgsziele G-* mit </a:t>
            </a:r>
            <a:r>
              <a:rPr lang="de-DE" i="1" dirty="0"/>
              <a:t>deterministischem </a:t>
            </a:r>
            <a:r>
              <a:rPr lang="de-DE" dirty="0"/>
              <a:t>Oracle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E0E19911-CE6D-409D-02BC-DC1B45220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88B287F-21E5-F8D5-8F00-28E5B12B18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6FBAA55-EC47-548E-15D1-C6F06AF62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441F0D2-3425-A4BE-88D3-CB3BE7B8692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6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411656B7-D55A-693F-D769-DF43785CB30F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E10D05C4-2C8B-9B4A-7B0C-5D0480977861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7E27FBE5-84FD-9AF6-37C9-430434FEF7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560355"/>
              </p:ext>
            </p:extLst>
          </p:nvPr>
        </p:nvGraphicFramePr>
        <p:xfrm>
          <a:off x="1796063" y="981536"/>
          <a:ext cx="8599873" cy="3906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0909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1260270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1396899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  <a:gridCol w="2971795">
                  <a:extLst>
                    <a:ext uri="{9D8B030D-6E8A-4147-A177-3AD203B41FA5}">
                      <a16:colId xmlns:a16="http://schemas.microsoft.com/office/drawing/2014/main" val="3265977997"/>
                    </a:ext>
                  </a:extLst>
                </a:gridCol>
              </a:tblGrid>
              <a:tr h="429495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Ziel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Bündelt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OWASP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Oracle (</a:t>
                      </a:r>
                      <a:r>
                        <a:rPr lang="de-DE" sz="1400" b="1" dirty="0" err="1">
                          <a:solidFill>
                            <a:schemeClr val="bg1"/>
                          </a:solidFill>
                          <a:latin typeface="+mn-lt"/>
                        </a:rPr>
                        <a:t>det</a:t>
                      </a: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.)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G-R1</a:t>
                      </a:r>
                      <a:r>
                        <a:rPr lang="de-DE" sz="1300">
                          <a:effectLst/>
                        </a:rPr>
                        <a:t> Cross-Tenant-Read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R1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LLM02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Canary-Match</a:t>
                      </a:r>
                      <a:r>
                        <a:rPr lang="de-DE" sz="1300">
                          <a:effectLst/>
                        </a:rPr>
                        <a:t>: fremder Tenant-Token in 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G-R2</a:t>
                      </a:r>
                      <a:r>
                        <a:rPr lang="de-DE" sz="1300">
                          <a:effectLst/>
                        </a:rPr>
                        <a:t> Column/Sensitivity-Read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R2, R3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LLM02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Canary-Match</a:t>
                      </a:r>
                      <a:r>
                        <a:rPr lang="de-DE" sz="1300">
                          <a:effectLst/>
                        </a:rPr>
                        <a:t>: gesperrte Spalte in 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G-W1</a:t>
                      </a:r>
                      <a:r>
                        <a:rPr lang="de-DE" sz="1300">
                          <a:effectLst/>
                        </a:rPr>
                        <a:t> Unautorisierter Write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W1, W3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State-Diff</a:t>
                      </a:r>
                      <a:r>
                        <a:rPr lang="de-DE" sz="1300">
                          <a:effectLst/>
                        </a:rPr>
                        <a:t>: Zeile außerhalb Matrix verändert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G-W2</a:t>
                      </a:r>
                      <a:r>
                        <a:rPr lang="de-DE" sz="1300">
                          <a:effectLst/>
                        </a:rPr>
                        <a:t> Escalation / Finanzbetrug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W2, W5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State-Diff</a:t>
                      </a:r>
                      <a:r>
                        <a:rPr lang="de-DE" sz="1300">
                          <a:effectLst/>
                        </a:rPr>
                        <a:t>: </a:t>
                      </a:r>
                      <a:r>
                        <a:rPr lang="de-DE" sz="130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role</a:t>
                      </a:r>
                      <a:r>
                        <a:rPr lang="de-DE" sz="1300">
                          <a:effectLst/>
                        </a:rPr>
                        <a:t>/</a:t>
                      </a:r>
                      <a:r>
                        <a:rPr lang="de-DE" sz="130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payout_account</a:t>
                      </a:r>
                      <a:r>
                        <a:rPr lang="de-DE" sz="1300">
                          <a:effectLst/>
                        </a:rPr>
                        <a:t> geändert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G-W3</a:t>
                      </a:r>
                      <a:r>
                        <a:rPr lang="de-DE" sz="1300">
                          <a:effectLst/>
                        </a:rPr>
                        <a:t> Destruktiver Write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W4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LLM05/06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DB-Log</a:t>
                      </a:r>
                      <a:r>
                        <a:rPr lang="de-DE" sz="1300">
                          <a:effectLst/>
                        </a:rPr>
                        <a:t>: DDL/Massen-DML hat DB erreicht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G-S1</a:t>
                      </a:r>
                      <a:r>
                        <a:rPr lang="de-DE" sz="1300" dirty="0">
                          <a:effectLst/>
                        </a:rPr>
                        <a:t> </a:t>
                      </a:r>
                      <a:r>
                        <a:rPr lang="de-DE" sz="1300" dirty="0" err="1">
                          <a:effectLst/>
                        </a:rPr>
                        <a:t>Stored</a:t>
                      </a:r>
                      <a:r>
                        <a:rPr lang="de-DE" sz="1300" dirty="0">
                          <a:effectLst/>
                        </a:rPr>
                        <a:t> </a:t>
                      </a:r>
                      <a:r>
                        <a:rPr lang="de-DE" sz="1300" dirty="0" err="1">
                          <a:effectLst/>
                        </a:rPr>
                        <a:t>Injection</a:t>
                      </a:r>
                      <a:r>
                        <a:rPr lang="de-DE" sz="1300" dirty="0">
                          <a:effectLst/>
                        </a:rPr>
                        <a:t> (2nd </a:t>
                      </a:r>
                      <a:r>
                        <a:rPr lang="de-DE" sz="1300" dirty="0" err="1">
                          <a:effectLst/>
                        </a:rPr>
                        <a:t>order</a:t>
                      </a:r>
                      <a:r>
                        <a:rPr lang="de-DE" sz="1300" dirty="0">
                          <a:effectLst/>
                        </a:rPr>
                        <a:t>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S1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LLM01→02/06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Canary-Match</a:t>
                      </a:r>
                      <a:r>
                        <a:rPr lang="de-DE" sz="1300">
                          <a:effectLst/>
                        </a:rPr>
                        <a:t> aus präparierter Zeile in Opfer-Ausgabe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G-R1</a:t>
                      </a:r>
                      <a:r>
                        <a:rPr lang="de-DE" sz="1300">
                          <a:effectLst/>
                        </a:rPr>
                        <a:t> Cross-Tenant-Read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R1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LLM02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Canary-Match</a:t>
                      </a:r>
                      <a:r>
                        <a:rPr lang="de-DE" sz="1300" dirty="0">
                          <a:effectLst/>
                        </a:rPr>
                        <a:t>: fremder Tenant-Token in 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43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09D45-13B8-4C1F-F823-38DB4C7F1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Forschungsfragen &amp; Hypothesen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62B4B87A-A0EB-4AB0-94B5-B50F60CE1F1A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8DF50-DC4B-BE0A-73BB-61CB0743209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61126-46E4-DCEA-DB8D-A54DF545B53D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DF628-2C11-0628-87EF-49D54E1BCAE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CDB73851-F239-4860-72E5-02DEC82E1CF3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FF1: Wirksamkeit:</a:t>
            </a:r>
            <a:r>
              <a:rPr lang="de-DE" dirty="0"/>
              <a:t> Wie stark senkt jeder Layer (DA · DB · DC-a/b/c) und deren Kombination die </a:t>
            </a:r>
            <a:r>
              <a:rPr lang="de-DE" b="1" dirty="0"/>
              <a:t>ASR</a:t>
            </a:r>
            <a:r>
              <a:rPr lang="de-DE" dirty="0"/>
              <a:t> vs. Baseline — über LLM01/02/05/06?</a:t>
            </a:r>
          </a:p>
          <a:p>
            <a:r>
              <a:rPr lang="de-DE" b="1" dirty="0"/>
              <a:t>FF2: Kosten-Trade-off:</a:t>
            </a:r>
            <a:r>
              <a:rPr lang="de-DE" dirty="0"/>
              <a:t> Inkrementeller Preis an </a:t>
            </a:r>
            <a:r>
              <a:rPr lang="de-DE" b="1" dirty="0"/>
              <a:t>Latenz</a:t>
            </a:r>
            <a:r>
              <a:rPr lang="de-DE" dirty="0"/>
              <a:t> (TTFT, End-</a:t>
            </a:r>
            <a:r>
              <a:rPr lang="de-DE" dirty="0" err="1"/>
              <a:t>to</a:t>
            </a:r>
            <a:r>
              <a:rPr lang="de-DE" dirty="0"/>
              <a:t>-End) und </a:t>
            </a:r>
            <a:r>
              <a:rPr lang="de-DE" b="1" dirty="0"/>
              <a:t>Energie</a:t>
            </a:r>
            <a:r>
              <a:rPr lang="de-DE" dirty="0"/>
              <a:t> (Wh/Anfrage) pro Layer — relativ zur ASR-Reduktion?</a:t>
            </a:r>
          </a:p>
          <a:p>
            <a:r>
              <a:rPr lang="de-DE" b="1" dirty="0"/>
              <a:t>FF3: Architektur vs. Modell:</a:t>
            </a:r>
            <a:r>
              <a:rPr lang="de-DE" dirty="0"/>
              <a:t> Bietet </a:t>
            </a:r>
            <a:r>
              <a:rPr lang="de-DE" b="1" dirty="0"/>
              <a:t>infrastrukturseitige</a:t>
            </a:r>
            <a:r>
              <a:rPr lang="de-DE" dirty="0"/>
              <a:t> Härtung (RLS, Grants, Views) mehr marginale Sicherheit als </a:t>
            </a:r>
            <a:r>
              <a:rPr lang="de-DE" b="1" dirty="0"/>
              <a:t>LLM-seitige</a:t>
            </a:r>
            <a:r>
              <a:rPr lang="de-DE" dirty="0"/>
              <a:t> </a:t>
            </a:r>
            <a:r>
              <a:rPr lang="de-DE" dirty="0" err="1"/>
              <a:t>Guardrails</a:t>
            </a:r>
            <a:r>
              <a:rPr lang="de-DE" dirty="0"/>
              <a:t> — bei geringeren Latenzkosten?</a:t>
            </a:r>
          </a:p>
          <a:p>
            <a:endParaRPr lang="de-DE" dirty="0"/>
          </a:p>
          <a:p>
            <a:r>
              <a:rPr lang="de-DE" b="1" dirty="0"/>
              <a:t>Kernhypothesen:</a:t>
            </a:r>
            <a:endParaRPr lang="de-DE" dirty="0"/>
          </a:p>
          <a:p>
            <a:r>
              <a:rPr lang="de-DE" b="1" dirty="0"/>
              <a:t>H3a:</a:t>
            </a:r>
            <a:r>
              <a:rPr lang="de-DE" dirty="0"/>
              <a:t> DC-b liefert den größten marginalen ASR-Rückgang über </a:t>
            </a:r>
            <a:r>
              <a:rPr lang="de-DE" i="1" dirty="0"/>
              <a:t>alle</a:t>
            </a:r>
            <a:r>
              <a:rPr lang="de-DE" dirty="0"/>
              <a:t> Cross-Tenant-Ziele (G-R1, G-W1, G-W2).</a:t>
            </a:r>
          </a:p>
          <a:p>
            <a:r>
              <a:rPr lang="de-DE" b="1" dirty="0"/>
              <a:t>H3b:</a:t>
            </a:r>
            <a:r>
              <a:rPr lang="de-DE" dirty="0"/>
              <a:t> DC erzeugt weniger Latenz als DB (kein zweiter Modell-Call).</a:t>
            </a:r>
          </a:p>
          <a:p>
            <a:r>
              <a:rPr lang="de-DE" b="1" dirty="0"/>
              <a:t>H3c:</a:t>
            </a:r>
            <a:r>
              <a:rPr lang="de-DE" dirty="0"/>
              <a:t> Deterministische DB-Härtung hat das bessere </a:t>
            </a:r>
            <a:r>
              <a:rPr lang="de-DE" b="1" dirty="0"/>
              <a:t>Sicherheits-/Kosten-Verhältnis</a:t>
            </a:r>
            <a:r>
              <a:rPr lang="de-DE" dirty="0"/>
              <a:t>; LLM-</a:t>
            </a:r>
            <a:r>
              <a:rPr lang="de-DE" dirty="0" err="1"/>
              <a:t>Guardrails</a:t>
            </a:r>
            <a:r>
              <a:rPr lang="de-DE" dirty="0"/>
              <a:t> bleiben nötig nur für Intra-Row-Exfiltration &amp; S1-Texterkennung.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5337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3C20E0-3044-ACAC-796B-4193C19A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A55D8-3FBB-120D-1DDC-D7EC47CA4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Defense-in-Depth Pipeline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984DFB82-CFD4-EF6B-920A-01F1EBF9F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DB39E60-D318-778A-3A70-0FDC256B9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FDBBCED-91E1-743B-4F35-3813133C8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2DC94E1-B71E-D38A-F618-A3750B0B008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8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7F6C8CCA-C102-D268-7EAF-C231A3437416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B61EB53B-B0BC-CE29-E1B0-4FBB70E9C869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1EAA0EBC-2B9C-B024-AA48-3855548A8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4018362"/>
              </p:ext>
            </p:extLst>
          </p:nvPr>
        </p:nvGraphicFramePr>
        <p:xfrm>
          <a:off x="2123629" y="959741"/>
          <a:ext cx="7944741" cy="4564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857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3426940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2194944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</a:tblGrid>
              <a:tr h="429495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Layer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Maßnahme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Wirkebene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D0</a:t>
                      </a:r>
                      <a:r>
                        <a:rPr lang="de-DE" sz="1300" dirty="0">
                          <a:effectLst/>
                        </a:rPr>
                        <a:t> Baseline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freies NL-to-SQL, privilegierte DB-Verbindung, keine Filter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—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DA</a:t>
                      </a:r>
                      <a:r>
                        <a:rPr lang="de-DE" sz="1300">
                          <a:effectLst/>
                        </a:rPr>
                        <a:t> System-Prompt-Härtung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strikte Anweisungen, Spotlighting (Daten/Instruktions-Trennung)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 · </a:t>
                      </a:r>
                      <a:r>
                        <a:rPr lang="de-DE" sz="1300" b="1">
                          <a:effectLst/>
                        </a:rPr>
                        <a:t>probabilistisch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114826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DB</a:t>
                      </a:r>
                      <a:r>
                        <a:rPr lang="de-DE" sz="1300">
                          <a:effectLst/>
                        </a:rPr>
                        <a:t> Input-Guardrail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 err="1">
                          <a:effectLst/>
                        </a:rPr>
                        <a:t>Llama</a:t>
                      </a:r>
                      <a:r>
                        <a:rPr lang="de-DE" sz="1300" b="1" dirty="0">
                          <a:effectLst/>
                        </a:rPr>
                        <a:t>-Guard</a:t>
                      </a:r>
                      <a:r>
                        <a:rPr lang="de-DE" sz="1300" dirty="0">
                          <a:effectLst/>
                        </a:rPr>
                        <a:t> (zweiter Modell-Call) + </a:t>
                      </a:r>
                      <a:r>
                        <a:rPr lang="de-DE" sz="1300" dirty="0" err="1">
                          <a:effectLst/>
                        </a:rPr>
                        <a:t>RegEx</a:t>
                      </a:r>
                      <a:r>
                        <a:rPr lang="de-DE" sz="1300" dirty="0">
                          <a:effectLst/>
                        </a:rPr>
                        <a:t> auf bösartige Muster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LLM/Filter · </a:t>
                      </a:r>
                      <a:r>
                        <a:rPr lang="de-DE" sz="1300" b="1">
                          <a:effectLst/>
                        </a:rPr>
                        <a:t>probabilistisch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DC-a</a:t>
                      </a:r>
                      <a:r>
                        <a:rPr lang="de-DE" sz="1300">
                          <a:effectLst/>
                        </a:rPr>
                        <a:t> Least-Privilege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effectLst/>
                        </a:rPr>
                        <a:t>eigene DB-Rolle je App-Rolle; 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GRANT</a:t>
                      </a:r>
                      <a:r>
                        <a:rPr lang="de-DE" sz="1300" dirty="0">
                          <a:effectLst/>
                        </a:rPr>
                        <a:t>/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REVOKE</a:t>
                      </a:r>
                      <a:r>
                        <a:rPr lang="de-DE" sz="1300" dirty="0">
                          <a:effectLst/>
                        </a:rPr>
                        <a:t> (kein 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UPDATE </a:t>
                      </a:r>
                      <a:r>
                        <a:rPr lang="de-DE" sz="130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role</a:t>
                      </a:r>
                      <a:r>
                        <a:rPr lang="de-DE" sz="1300" dirty="0">
                          <a:effectLst/>
                        </a:rPr>
                        <a:t>, kein 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DROP</a:t>
                      </a:r>
                      <a:r>
                        <a:rPr lang="de-DE" sz="1300" dirty="0">
                          <a:effectLst/>
                        </a:rPr>
                        <a:t>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 err="1">
                          <a:effectLst/>
                        </a:rPr>
                        <a:t>Infra</a:t>
                      </a:r>
                      <a:r>
                        <a:rPr lang="de-DE" sz="1300" dirty="0">
                          <a:effectLst/>
                        </a:rPr>
                        <a:t> · </a:t>
                      </a:r>
                      <a:r>
                        <a:rPr lang="de-DE" sz="1300" b="1" dirty="0">
                          <a:effectLst/>
                        </a:rPr>
                        <a:t>deterministisch</a:t>
                      </a:r>
                      <a:endParaRPr lang="de-DE" sz="1300" dirty="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DC-b</a:t>
                      </a:r>
                      <a:r>
                        <a:rPr lang="de-DE" sz="1300">
                          <a:effectLst/>
                        </a:rPr>
                        <a:t> Row-Level Security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USING</a:t>
                      </a:r>
                      <a:r>
                        <a:rPr lang="de-DE" sz="1300" dirty="0">
                          <a:effectLst/>
                        </a:rPr>
                        <a:t> (Lesen) </a:t>
                      </a:r>
                      <a:r>
                        <a:rPr lang="de-DE" sz="1300" b="1" dirty="0">
                          <a:effectLst/>
                        </a:rPr>
                        <a:t>+</a:t>
                      </a:r>
                      <a:r>
                        <a:rPr lang="de-DE" sz="1300" dirty="0">
                          <a:effectLst/>
                        </a:rPr>
                        <a:t> 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WITH CHECK</a:t>
                      </a:r>
                      <a:r>
                        <a:rPr lang="de-DE" sz="1300" dirty="0">
                          <a:effectLst/>
                        </a:rPr>
                        <a:t> (Schreiben), Identität via 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SET </a:t>
                      </a:r>
                      <a:r>
                        <a:rPr lang="de-DE" sz="130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app.current_tenant</a:t>
                      </a:r>
                      <a:endParaRPr lang="de-DE" sz="1300" dirty="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Infra · </a:t>
                      </a:r>
                      <a:r>
                        <a:rPr lang="de-DE" sz="1300" b="1">
                          <a:effectLst/>
                        </a:rPr>
                        <a:t>deterministisch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DC-c</a:t>
                      </a:r>
                      <a:r>
                        <a:rPr lang="de-DE" sz="1300">
                          <a:effectLst/>
                        </a:rPr>
                        <a:t> Column-Masking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effectLst/>
                        </a:rPr>
                        <a:t>sensible Spalten via maskierte Views / Spalten-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GRANT</a:t>
                      </a:r>
                      <a:r>
                        <a:rPr lang="de-DE" sz="1300" dirty="0">
                          <a:effectLst/>
                        </a:rPr>
                        <a:t> entfernt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Infra · </a:t>
                      </a:r>
                      <a:r>
                        <a:rPr lang="de-DE" sz="1300" b="1">
                          <a:effectLst/>
                        </a:rPr>
                        <a:t>deterministisch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D++</a:t>
                      </a:r>
                      <a:r>
                        <a:rPr lang="de-DE" sz="1300">
                          <a:effectLst/>
                        </a:rPr>
                        <a:t> Defense-in-Depth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effectLst/>
                        </a:rPr>
                        <a:t>DA + DB + DC-a/b/c sequenziell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gestaffelt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I6</a:t>
                      </a:r>
                      <a:r>
                        <a:rPr lang="de-DE" sz="1300">
                          <a:effectLst/>
                        </a:rPr>
                        <a:t> Tool-Schnittstelle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nur parametrisierte Templates (Function-Calling) → eliminiert LLM05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effectLst/>
                        </a:rPr>
                        <a:t>Architektur · </a:t>
                      </a:r>
                      <a:r>
                        <a:rPr lang="de-DE" sz="1300" b="1" dirty="0">
                          <a:effectLst/>
                        </a:rPr>
                        <a:t>deterministisch</a:t>
                      </a:r>
                      <a:endParaRPr lang="de-DE" sz="1300" dirty="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  <p:sp>
        <p:nvSpPr>
          <p:cNvPr id="4" name="Textplatzhalter 4">
            <a:extLst>
              <a:ext uri="{FF2B5EF4-FFF2-40B4-BE49-F238E27FC236}">
                <a16:creationId xmlns:a16="http://schemas.microsoft.com/office/drawing/2014/main" id="{19B5E751-98AB-FAA4-AA68-0870F8953486}"/>
              </a:ext>
            </a:extLst>
          </p:cNvPr>
          <p:cNvSpPr txBox="1">
            <a:spLocks/>
          </p:cNvSpPr>
          <p:nvPr/>
        </p:nvSpPr>
        <p:spPr bwMode="gray">
          <a:xfrm>
            <a:off x="2292927" y="5715139"/>
            <a:ext cx="7606146" cy="865188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400" b="0" dirty="0"/>
              <a:t>Kernachse (FF3): </a:t>
            </a:r>
            <a:r>
              <a:rPr lang="de-DE" sz="1400" dirty="0"/>
              <a:t>probabilistisch (DA/DB)</a:t>
            </a:r>
            <a:r>
              <a:rPr lang="de-DE" sz="1400" b="0" dirty="0"/>
              <a:t>: nie garantiert, ein Jailbreak genügt vs. </a:t>
            </a:r>
            <a:r>
              <a:rPr lang="de-DE" sz="1400" dirty="0"/>
              <a:t>deterministisch (DC/I6)</a:t>
            </a:r>
            <a:r>
              <a:rPr lang="de-DE" sz="1400" b="0" dirty="0"/>
              <a:t>: strukturelle, beweisbare Garantie unterhalb des LLM.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12729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50DEB-A7D7-BFCB-2205-EB56ECE3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5103-B581-EF1F-DE3F-1B215D46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Herzstück: DC-b + Identitäts-Propagation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F5E3DCED-7DB1-3334-C159-5BDC48BD8D3C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7D84E-5B79-47CD-66E5-A6713A8C2F51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E807D-F3C4-DA60-CF2D-75828A5F94F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FA84D-1B98-2718-69E0-E98961AD2D9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F6761290-DC27-399D-0CCE-5DEE401CA87E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Idee:</a:t>
            </a:r>
            <a:r>
              <a:rPr lang="de-DE" dirty="0"/>
              <a:t> Nicht das LLM entscheidet über Zugriff — die </a:t>
            </a:r>
            <a:r>
              <a:rPr lang="de-DE" b="1" dirty="0"/>
              <a:t>out-</a:t>
            </a:r>
            <a:r>
              <a:rPr lang="de-DE" b="1" dirty="0" err="1"/>
              <a:t>of</a:t>
            </a:r>
            <a:r>
              <a:rPr lang="de-DE" b="1" dirty="0"/>
              <a:t>-band</a:t>
            </a:r>
            <a:r>
              <a:rPr lang="de-DE" dirty="0"/>
              <a:t> ermittelte Identität (LDAP/AD) steuert die deterministische DB-Filterung.</a:t>
            </a:r>
          </a:p>
          <a:p>
            <a:endParaRPr lang="de-DE" dirty="0"/>
          </a:p>
          <a:p>
            <a:r>
              <a:rPr lang="de-DE" dirty="0"/>
              <a:t>1. Auth &amp; Rollen-Lookup:   Nutzer → LDAP/AD → (Rolle, </a:t>
            </a:r>
            <a:r>
              <a:rPr lang="de-DE" dirty="0" err="1"/>
              <a:t>tenant_id</a:t>
            </a:r>
            <a:r>
              <a:rPr lang="de-DE" dirty="0"/>
              <a:t>)  </a:t>
            </a:r>
          </a:p>
          <a:p>
            <a:r>
              <a:rPr lang="de-DE" dirty="0"/>
              <a:t>2. Propagation:                   Gateway:  SET LOCAL ROLE </a:t>
            </a:r>
            <a:r>
              <a:rPr lang="de-DE" dirty="0" err="1"/>
              <a:t>role_customer</a:t>
            </a:r>
            <a:r>
              <a:rPr lang="de-DE" dirty="0"/>
              <a:t>;</a:t>
            </a:r>
          </a:p>
          <a:p>
            <a:r>
              <a:rPr lang="de-DE" dirty="0"/>
              <a:t>                               	        </a:t>
            </a:r>
            <a:r>
              <a:rPr lang="de-DE" dirty="0" err="1"/>
              <a:t>set_config</a:t>
            </a:r>
            <a:r>
              <a:rPr lang="de-DE" dirty="0"/>
              <a:t>('app.current_</a:t>
            </a:r>
            <a:r>
              <a:rPr lang="de-DE" dirty="0" err="1"/>
              <a:t>tenant</a:t>
            </a:r>
            <a:r>
              <a:rPr lang="de-DE" dirty="0"/>
              <a:t>','</a:t>
            </a:r>
            <a:r>
              <a:rPr lang="de-DE" dirty="0" err="1"/>
              <a:t>tenant_a</a:t>
            </a:r>
            <a:r>
              <a:rPr lang="de-DE" dirty="0"/>
              <a:t>', </a:t>
            </a:r>
            <a:r>
              <a:rPr lang="de-DE" dirty="0" err="1"/>
              <a:t>true</a:t>
            </a:r>
            <a:r>
              <a:rPr lang="de-DE" dirty="0"/>
              <a:t>);</a:t>
            </a:r>
          </a:p>
          <a:p>
            <a:r>
              <a:rPr lang="de-DE" dirty="0"/>
              <a:t>3. RLS wertet aus:               USING (</a:t>
            </a:r>
            <a:r>
              <a:rPr lang="de-DE" dirty="0" err="1"/>
              <a:t>tenant_id</a:t>
            </a:r>
            <a:r>
              <a:rPr lang="de-DE" dirty="0"/>
              <a:t> = </a:t>
            </a:r>
            <a:r>
              <a:rPr lang="de-DE" dirty="0" err="1"/>
              <a:t>current_setting</a:t>
            </a:r>
            <a:r>
              <a:rPr lang="de-DE" dirty="0"/>
              <a:t>('</a:t>
            </a:r>
            <a:r>
              <a:rPr lang="de-DE" dirty="0" err="1"/>
              <a:t>app.current_tenant</a:t>
            </a:r>
            <a:r>
              <a:rPr lang="de-DE" dirty="0"/>
              <a:t>'))   ← Lesen</a:t>
            </a:r>
          </a:p>
          <a:p>
            <a:r>
              <a:rPr lang="de-DE" dirty="0"/>
              <a:t>                          	        WITH CHECK (…)                                              ← Schreiben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31E52F7B-0524-ACA3-32EF-09ECD8D4B1FF}"/>
              </a:ext>
            </a:extLst>
          </p:cNvPr>
          <p:cNvSpPr txBox="1">
            <a:spLocks/>
          </p:cNvSpPr>
          <p:nvPr/>
        </p:nvSpPr>
        <p:spPr bwMode="gray">
          <a:xfrm>
            <a:off x="2292927" y="4769718"/>
            <a:ext cx="7606146" cy="1336476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400" dirty="0"/>
              <a:t>Sicherheitskern:</a:t>
            </a:r>
            <a:r>
              <a:rPr lang="de-DE" sz="1400" b="0" dirty="0"/>
              <a:t> Selbst wenn das LLM per Jailbreak SELECT * FROM </a:t>
            </a:r>
            <a:r>
              <a:rPr lang="de-DE" sz="1400" b="0" dirty="0" err="1"/>
              <a:t>orders</a:t>
            </a:r>
            <a:r>
              <a:rPr lang="de-DE" sz="1400" b="0" dirty="0"/>
              <a:t> oder UPDATE … SET </a:t>
            </a:r>
            <a:r>
              <a:rPr lang="de-DE" sz="1400" b="0" dirty="0" err="1"/>
              <a:t>role</a:t>
            </a:r>
            <a:r>
              <a:rPr lang="de-DE" sz="1400" b="0" dirty="0"/>
              <a:t>='</a:t>
            </a:r>
            <a:r>
              <a:rPr lang="de-DE" sz="1400" b="0" dirty="0" err="1"/>
              <a:t>admin</a:t>
            </a:r>
            <a:r>
              <a:rPr lang="de-DE" sz="1400" b="0" dirty="0"/>
              <a:t>' erzeugt, entscheidet die DB anhand der </a:t>
            </a:r>
            <a:r>
              <a:rPr lang="de-DE" sz="1400" dirty="0"/>
              <a:t>propagierten Identität</a:t>
            </a:r>
            <a:r>
              <a:rPr lang="de-DE" sz="1400" b="0" dirty="0"/>
              <a:t> </a:t>
            </a:r>
          </a:p>
          <a:p>
            <a:pPr algn="ctr"/>
            <a:r>
              <a:rPr lang="de-DE" sz="1400" b="0" dirty="0">
                <a:sym typeface="Wingdings" panose="05000000000000000000" pitchFamily="2" charset="2"/>
              </a:rPr>
              <a:t></a:t>
            </a:r>
            <a:r>
              <a:rPr lang="de-DE" sz="1400" b="0" dirty="0"/>
              <a:t> die fremde Zeile kommt </a:t>
            </a:r>
            <a:r>
              <a:rPr lang="de-DE" sz="1400" dirty="0"/>
              <a:t>physisch nicht zurück</a:t>
            </a:r>
            <a:r>
              <a:rPr lang="de-DE" sz="1400" b="0" dirty="0"/>
              <a:t>, der verbotene Write wird abgewiesen.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294312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94EB0-6FED-707F-0979-FA16D8483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65A99-FABF-4FCB-6A89-89653B8C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I6: empfohlene Architektur?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00269AE8-30ED-7497-BC39-E696AFEECAFD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B3478-205E-6FC6-7F56-E799037500EF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8656C-B08E-1697-DBF1-44D66FD45CB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DC78F-940E-EFF1-F71C-50671EE5A7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8B475474-2D75-5557-07AB-8FA8A9161AD7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Doppelrolle:</a:t>
            </a:r>
            <a:endParaRPr lang="de-DE" dirty="0"/>
          </a:p>
          <a:p>
            <a:r>
              <a:rPr lang="de-DE" b="1" dirty="0"/>
              <a:t>Im Projekt: </a:t>
            </a:r>
            <a:r>
              <a:rPr lang="de-DE" dirty="0"/>
              <a:t>obere Vergleichsgrenze („Decke"): statt freiem SQL nur geprüfte, parametrisierte Templates; das LLM füllt </a:t>
            </a:r>
            <a:r>
              <a:rPr lang="de-DE" b="1" dirty="0"/>
              <a:t>nur Parameter</a:t>
            </a:r>
            <a:r>
              <a:rPr lang="de-DE" dirty="0"/>
              <a:t> → </a:t>
            </a:r>
            <a:r>
              <a:rPr lang="de-DE" b="1" dirty="0"/>
              <a:t>LLM05 entfällt konstruktionsbedingt</a:t>
            </a:r>
            <a:r>
              <a:rPr lang="de-DE" dirty="0"/>
              <a:t>.</a:t>
            </a:r>
          </a:p>
          <a:p>
            <a:r>
              <a:rPr lang="de-DE" b="1" dirty="0"/>
              <a:t>Als Empfehlung (Konsequenz der Befunde):</a:t>
            </a:r>
            <a:r>
              <a:rPr lang="de-DE" dirty="0"/>
              <a:t> bei realem Einsatz muss die Idee als I6 implementiert werden: kein freies NL-</a:t>
            </a:r>
            <a:r>
              <a:rPr lang="de-DE" dirty="0" err="1"/>
              <a:t>to</a:t>
            </a:r>
            <a:r>
              <a:rPr lang="de-DE" dirty="0"/>
              <a:t>-SQL, jede Operation vorab definiert/</a:t>
            </a:r>
            <a:r>
              <a:rPr lang="de-DE" dirty="0" err="1"/>
              <a:t>auditierbar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5009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4355B-4A7E-57E5-B84F-AD4D15B6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6F0B7-AD9A-6CDC-CF8A-36B12D3E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Versuchsaufbau &amp; </a:t>
            </a:r>
            <a:r>
              <a:rPr lang="de-DE" dirty="0" err="1"/>
              <a:t>Techstack</a:t>
            </a:r>
            <a:endParaRPr lang="de-DE" dirty="0"/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117B4069-9F8A-4377-EEA0-D5D300B80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0F84E30-D712-F3EE-187D-888964D80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D122F871-2120-4B29-B6CE-550A57AF077E}" type="datetime1">
              <a:rPr lang="de-DE">
                <a:latin typeface="Segoe UI"/>
              </a:rPr>
              <a:pPr defTabSz="428625"/>
              <a:t>16.06.2026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8CE8601-AE16-219C-D48B-3B7CC784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DATEV eG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F51DB3C-9B28-1A50-385F-45C06885D6B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11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6384EB3F-5642-8ED4-93DA-4AEAC3DAD786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1064B79-98D6-ADF4-09F7-5638BB92CB0A}"/>
              </a:ext>
            </a:extLst>
          </p:cNvPr>
          <p:cNvSpPr txBox="1">
            <a:spLocks/>
          </p:cNvSpPr>
          <p:nvPr/>
        </p:nvSpPr>
        <p:spPr>
          <a:xfrm>
            <a:off x="-5825009" y="-197311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0F6AF022-0A6F-D05E-8EE3-A635CDB22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465167"/>
              </p:ext>
            </p:extLst>
          </p:nvPr>
        </p:nvGraphicFramePr>
        <p:xfrm>
          <a:off x="2528259" y="949087"/>
          <a:ext cx="7206638" cy="4403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0371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5266267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</a:tblGrid>
              <a:tr h="429495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Komponente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Konkrete Wahl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Target-LLM</a:t>
                      </a:r>
                      <a:endParaRPr lang="de-DE" sz="1300" dirty="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Qwen3-14B</a:t>
                      </a:r>
                      <a:r>
                        <a:rPr lang="de-DE" sz="1300" dirty="0">
                          <a:effectLst/>
                        </a:rPr>
                        <a:t> (</a:t>
                      </a:r>
                      <a:r>
                        <a:rPr lang="de-DE" sz="1300" dirty="0" err="1">
                          <a:effectLst/>
                        </a:rPr>
                        <a:t>vLLM</a:t>
                      </a:r>
                      <a:r>
                        <a:rPr lang="de-DE" sz="1300" dirty="0">
                          <a:effectLst/>
                        </a:rPr>
                        <a:t>, </a:t>
                      </a:r>
                      <a:r>
                        <a:rPr lang="de-DE" sz="130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temperature</a:t>
                      </a:r>
                      <a:r>
                        <a:rPr lang="de-DE" sz="130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=0</a:t>
                      </a:r>
                      <a:r>
                        <a:rPr lang="de-DE" sz="1300" dirty="0">
                          <a:effectLst/>
                        </a:rPr>
                        <a:t>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Generalisierung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effectLst/>
                        </a:rPr>
                        <a:t>2. Target anderer Familie (</a:t>
                      </a:r>
                      <a:r>
                        <a:rPr lang="de-DE" sz="1300" dirty="0" err="1">
                          <a:effectLst/>
                        </a:rPr>
                        <a:t>Llama</a:t>
                      </a:r>
                      <a:r>
                        <a:rPr lang="de-DE" sz="1300" dirty="0">
                          <a:effectLst/>
                        </a:rPr>
                        <a:t>/Mistral, ähnliche Größe)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114826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Attacker-LLM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dirty="0">
                          <a:effectLst/>
                        </a:rPr>
                        <a:t>~</a:t>
                      </a:r>
                      <a:r>
                        <a:rPr lang="de-DE" sz="1300" b="1" dirty="0">
                          <a:effectLst/>
                        </a:rPr>
                        <a:t>70B-Klasse</a:t>
                      </a:r>
                      <a:r>
                        <a:rPr lang="de-DE" sz="1300" dirty="0">
                          <a:effectLst/>
                        </a:rPr>
                        <a:t>, INT8/INT4-quantisiert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Gateway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 err="1">
                          <a:effectLst/>
                        </a:rPr>
                        <a:t>FastAPI</a:t>
                      </a:r>
                      <a:r>
                        <a:rPr lang="de-DE" sz="1300" dirty="0">
                          <a:effectLst/>
                        </a:rPr>
                        <a:t> — Auth, LDAP-Propagation, Defense A/B, Trace-ID, Latenz-</a:t>
                      </a:r>
                      <a:r>
                        <a:rPr lang="de-DE" sz="1300" dirty="0" err="1">
                          <a:effectLst/>
                        </a:rPr>
                        <a:t>Logging</a:t>
                      </a:r>
                      <a:endParaRPr lang="de-DE" sz="1300" dirty="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Defense B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Llama-Guard</a:t>
                      </a:r>
                      <a:r>
                        <a:rPr lang="de-DE" sz="1300">
                          <a:effectLst/>
                        </a:rPr>
                        <a:t> (Meta) + RegEx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Datenbank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PostgreSQL 16</a:t>
                      </a:r>
                      <a:r>
                        <a:rPr lang="de-DE" sz="1300">
                          <a:effectLst/>
                        </a:rPr>
                        <a:t> — RLS </a:t>
                      </a:r>
                      <a:r>
                        <a:rPr lang="de-DE" sz="130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USING</a:t>
                      </a:r>
                      <a:r>
                        <a:rPr lang="de-DE" sz="1300">
                          <a:effectLst/>
                        </a:rPr>
                        <a:t>/</a:t>
                      </a:r>
                      <a:r>
                        <a:rPr lang="de-DE" sz="130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WITH CHECK</a:t>
                      </a:r>
                      <a:r>
                        <a:rPr lang="de-DE" sz="1300">
                          <a:effectLst/>
                        </a:rPr>
                        <a:t>, Grants, maskierte Views, Canaries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Red-Teaming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Promptfoo</a:t>
                      </a:r>
                      <a:r>
                        <a:rPr lang="de-DE" sz="1300">
                          <a:effectLst/>
                        </a:rPr>
                        <a:t> (Crescendo · Hydra · GOAT, </a:t>
                      </a:r>
                      <a:r>
                        <a:rPr lang="de-DE" sz="130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owasp:llm:*</a:t>
                      </a:r>
                      <a:r>
                        <a:rPr lang="de-DE" sz="1300">
                          <a:effectLst/>
                        </a:rPr>
                        <a:t>) + </a:t>
                      </a:r>
                      <a:r>
                        <a:rPr lang="de-DE" sz="1300" b="1">
                          <a:effectLst/>
                        </a:rPr>
                        <a:t>garak</a:t>
                      </a:r>
                      <a:r>
                        <a:rPr lang="de-DE" sz="1300">
                          <a:effectLst/>
                        </a:rPr>
                        <a:t> (Nullmessung)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Energie</a:t>
                      </a:r>
                      <a:endParaRPr lang="de-DE" sz="1300">
                        <a:effectLst/>
                      </a:endParaRP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NVML/DCGM</a:t>
                      </a:r>
                      <a:r>
                        <a:rPr lang="de-DE" sz="1300" dirty="0">
                          <a:effectLst/>
                        </a:rPr>
                        <a:t> Sampling → Wh/Anfrage (isolierte Runs, </a:t>
                      </a:r>
                      <a:r>
                        <a:rPr lang="de-DE" sz="1300" dirty="0" err="1">
                          <a:effectLst/>
                        </a:rPr>
                        <a:t>Attacker</a:t>
                      </a:r>
                      <a:r>
                        <a:rPr lang="de-DE" sz="1300" dirty="0">
                          <a:effectLst/>
                        </a:rPr>
                        <a:t> pausiert)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402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7509D-FC64-BC8E-8EE8-B3FDB0C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9D0CF-7BC1-0676-2559-54A6946B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Hybrid-Provider + entkoppeltes Oracle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D41408BD-760B-BFAA-0520-4C4A5F83D9F9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04CB2-9F04-3E1C-9C2E-DC407B37824F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B1F7C-6A29-BE57-3E4E-ECF1B62A97A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8F59A-3820-1EC8-7D27-0A8194FD03C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026468F1-8979-440A-8518-77967D4DC844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6E2D28-46E2-FBAC-AB6E-F7BC9C707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228" y="759947"/>
            <a:ext cx="4915544" cy="569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250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C5E2A-B78E-116D-7130-3FADCA8C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88C4-C0AD-9C49-E59B-734B7D96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Metriken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2B0D8B99-5E2B-BD13-6224-95E4070580B1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7D3B-79DD-A433-5604-600F32A1D2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40486-D191-37B8-854C-44EF086FA6C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2C739-6494-1E05-A9B1-FDD7112B6E1B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E2D4500C-9907-590A-22DC-459D0320579C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Sicherheit: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ASR</a:t>
            </a:r>
            <a:r>
              <a:rPr lang="de-DE" dirty="0"/>
              <a:t> je (Konfiguration × Ziel), Mittelwert über n Wiederholungen (5–10).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False</a:t>
            </a:r>
            <a:r>
              <a:rPr lang="de-DE" b="1" dirty="0"/>
              <a:t>-Positive-Rate</a:t>
            </a:r>
            <a:r>
              <a:rPr lang="de-DE" dirty="0"/>
              <a:t> auf einem kuratierten </a:t>
            </a:r>
            <a:r>
              <a:rPr lang="de-DE" b="1" dirty="0"/>
              <a:t>Legitim-Anfragen-Set</a:t>
            </a:r>
            <a:r>
              <a:rPr lang="de-DE" dirty="0"/>
              <a:t> (Read + Write je Rolle) → Usability-Kosten der </a:t>
            </a:r>
            <a:r>
              <a:rPr lang="de-DE" dirty="0" err="1"/>
              <a:t>Guardrails</a:t>
            </a:r>
            <a:r>
              <a:rPr lang="de-DE" dirty="0"/>
              <a:t>.</a:t>
            </a:r>
          </a:p>
          <a:p>
            <a:r>
              <a:rPr lang="de-DE" b="1" dirty="0"/>
              <a:t>Kosten (FF2):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Latenz:</a:t>
            </a:r>
            <a:r>
              <a:rPr lang="de-DE" dirty="0"/>
              <a:t> TTFT + End-</a:t>
            </a:r>
            <a:r>
              <a:rPr lang="de-DE" dirty="0" err="1"/>
              <a:t>to</a:t>
            </a:r>
            <a:r>
              <a:rPr lang="de-DE" dirty="0"/>
              <a:t>-End, inkrementell je Layer (</a:t>
            </a:r>
            <a:r>
              <a:rPr lang="de-DE" dirty="0" err="1"/>
              <a:t>ΔLatenz</a:t>
            </a:r>
            <a:r>
              <a:rPr lang="de-DE" dirty="0"/>
              <a:t>). Erwartung: </a:t>
            </a:r>
            <a:r>
              <a:rPr lang="de-DE" b="1" dirty="0" err="1"/>
              <a:t>DefB</a:t>
            </a:r>
            <a:r>
              <a:rPr lang="de-DE" dirty="0"/>
              <a:t> hat hohe Latenz (zweiter Modell-Call), DA/DC nahezu kostenneutral.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Energie:</a:t>
            </a:r>
            <a:r>
              <a:rPr lang="de-DE" dirty="0"/>
              <a:t> NVML/DCGM, </a:t>
            </a:r>
            <a:r>
              <a:rPr lang="de-DE" b="1" dirty="0"/>
              <a:t>Wh/Anfrage</a:t>
            </a:r>
            <a:r>
              <a:rPr lang="de-DE" dirty="0"/>
              <a:t> als </a:t>
            </a:r>
            <a:r>
              <a:rPr lang="de-DE" dirty="0" err="1"/>
              <a:t>ΔEnergie</a:t>
            </a:r>
            <a:r>
              <a:rPr lang="de-DE" dirty="0"/>
              <a:t>, isolierte Runs.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Wirtschaftlichkeit:</a:t>
            </a:r>
            <a:r>
              <a:rPr lang="de-DE" dirty="0"/>
              <a:t> Stromkosten / 1.000 Anfragen (</a:t>
            </a:r>
            <a:r>
              <a:rPr lang="de-DE" dirty="0" err="1"/>
              <a:t>annahmenbasierte</a:t>
            </a:r>
            <a:r>
              <a:rPr lang="de-DE" dirty="0"/>
              <a:t> Sensitivitätsrechnung, nicht Messung).</a:t>
            </a:r>
          </a:p>
          <a:p>
            <a:r>
              <a:rPr lang="de-DE" b="1" dirty="0">
                <a:sym typeface="Wingdings" panose="05000000000000000000" pitchFamily="2" charset="2"/>
              </a:rPr>
              <a:t></a:t>
            </a:r>
            <a:r>
              <a:rPr lang="de-DE" b="1" dirty="0"/>
              <a:t> Zentrales Ergebnisbild:</a:t>
            </a:r>
            <a:r>
              <a:rPr lang="de-DE" dirty="0"/>
              <a:t> Trade-off-Diagramm — </a:t>
            </a:r>
            <a:r>
              <a:rPr lang="de-DE" b="1" dirty="0"/>
              <a:t>ASR-Reduktion (y) vs. Latenz/Energie (x)</a:t>
            </a:r>
            <a:r>
              <a:rPr lang="de-DE" dirty="0"/>
              <a:t> pro Layer.</a:t>
            </a:r>
          </a:p>
        </p:txBody>
      </p:sp>
    </p:spTree>
    <p:extLst>
      <p:ext uri="{BB962C8B-B14F-4D97-AF65-F5344CB8AC3E}">
        <p14:creationId xmlns:p14="http://schemas.microsoft.com/office/powerpoint/2010/main" val="3146987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75E43-8CBF-9273-8806-D3E38BE25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DF50D-FC30-17AE-18BD-E2F298F49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Verwandte Arbeiten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BE7DACB3-DA12-A4E9-8B31-109366ABBE58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DEF5E-4ED9-FB3F-59D5-90A8647997A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56D63-A597-72CE-80FD-120FBA9BAA9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C80A9-EB85-1760-4638-9B96888DCF6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575583E3-D4B6-8EB4-2AF4-4C24499A9C1C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Pedro et al. (2024/ICSE 2025)</a:t>
            </a:r>
            <a:r>
              <a:rPr lang="de-DE" dirty="0"/>
              <a:t> — </a:t>
            </a:r>
            <a:r>
              <a:rPr lang="de-DE" i="1" dirty="0"/>
              <a:t>From Prompt </a:t>
            </a:r>
            <a:r>
              <a:rPr lang="de-DE" i="1" dirty="0" err="1"/>
              <a:t>Injections</a:t>
            </a:r>
            <a:r>
              <a:rPr lang="de-DE" i="1" dirty="0"/>
              <a:t> </a:t>
            </a:r>
            <a:r>
              <a:rPr lang="de-DE" i="1" dirty="0" err="1"/>
              <a:t>to</a:t>
            </a:r>
            <a:r>
              <a:rPr lang="de-DE" i="1" dirty="0"/>
              <a:t> SQL </a:t>
            </a:r>
            <a:r>
              <a:rPr lang="de-DE" i="1" dirty="0" err="1"/>
              <a:t>Injection</a:t>
            </a:r>
            <a:r>
              <a:rPr lang="de-DE" i="1" dirty="0"/>
              <a:t> (P2SQL)</a:t>
            </a:r>
            <a:r>
              <a:rPr lang="de-DE" dirty="0"/>
              <a:t> — Grundlage: NL-</a:t>
            </a:r>
            <a:r>
              <a:rPr lang="de-DE" dirty="0" err="1"/>
              <a:t>to</a:t>
            </a:r>
            <a:r>
              <a:rPr lang="de-DE" dirty="0"/>
              <a:t>-SQL standardmäßig unsicher, 4 Abwehrmechanismen.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Peng et al. (ISSRE 2023)</a:t>
            </a:r>
            <a:r>
              <a:rPr lang="de-DE" dirty="0"/>
              <a:t> — </a:t>
            </a:r>
            <a:r>
              <a:rPr lang="de-DE" i="1" dirty="0"/>
              <a:t>Security </a:t>
            </a:r>
            <a:r>
              <a:rPr lang="de-DE" i="1" dirty="0" err="1"/>
              <a:t>Vulnerabilities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Text-</a:t>
            </a:r>
            <a:r>
              <a:rPr lang="de-DE" i="1" dirty="0" err="1"/>
              <a:t>to</a:t>
            </a:r>
            <a:r>
              <a:rPr lang="de-DE" i="1" dirty="0"/>
              <a:t>-SQL</a:t>
            </a:r>
            <a:r>
              <a:rPr lang="de-DE" dirty="0"/>
              <a:t> — empirisch über kommerzielle + Open-Source-Systeme.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Greshake et al. (2023)</a:t>
            </a:r>
            <a:r>
              <a:rPr lang="de-DE" dirty="0"/>
              <a:t> — </a:t>
            </a:r>
            <a:r>
              <a:rPr lang="de-DE" i="1" dirty="0" err="1"/>
              <a:t>Indirect</a:t>
            </a:r>
            <a:r>
              <a:rPr lang="de-DE" i="1" dirty="0"/>
              <a:t> Prompt </a:t>
            </a:r>
            <a:r>
              <a:rPr lang="de-DE" i="1" dirty="0" err="1"/>
              <a:t>Injection</a:t>
            </a:r>
            <a:r>
              <a:rPr lang="de-DE" dirty="0"/>
              <a:t> — theoretische Säule für S1 (</a:t>
            </a:r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über die DB).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Russinovich</a:t>
            </a:r>
            <a:r>
              <a:rPr lang="de-DE" b="1" dirty="0"/>
              <a:t> et al. (Microsoft, USENIX 2025)</a:t>
            </a:r>
            <a:r>
              <a:rPr lang="de-DE" dirty="0"/>
              <a:t> — </a:t>
            </a:r>
            <a:r>
              <a:rPr lang="de-DE" i="1" dirty="0"/>
              <a:t>Crescendo</a:t>
            </a:r>
            <a:r>
              <a:rPr lang="de-DE" dirty="0"/>
              <a:t> Multi-Turn-Jailbreak (eingesetzter Angriff).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Mehrotra et al. (</a:t>
            </a:r>
            <a:r>
              <a:rPr lang="de-DE" b="1" dirty="0" err="1"/>
              <a:t>NeurIPS</a:t>
            </a:r>
            <a:r>
              <a:rPr lang="de-DE" b="1" dirty="0"/>
              <a:t> 2024)</a:t>
            </a:r>
            <a:r>
              <a:rPr lang="de-DE" dirty="0"/>
              <a:t> — </a:t>
            </a:r>
            <a:r>
              <a:rPr lang="de-DE" i="1" dirty="0"/>
              <a:t>Tree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Attacks</a:t>
            </a:r>
            <a:r>
              <a:rPr lang="de-DE" i="1" dirty="0"/>
              <a:t> (TAP)</a:t>
            </a:r>
            <a:r>
              <a:rPr lang="de-DE" dirty="0"/>
              <a:t> (eingesetzter Angriff).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Erez et al. (2026)</a:t>
            </a:r>
            <a:r>
              <a:rPr lang="de-DE" dirty="0"/>
              <a:t> — </a:t>
            </a:r>
            <a:r>
              <a:rPr lang="de-DE" i="1" dirty="0" err="1"/>
              <a:t>When</a:t>
            </a:r>
            <a:r>
              <a:rPr lang="de-DE" i="1" dirty="0"/>
              <a:t> Scanners </a:t>
            </a:r>
            <a:r>
              <a:rPr lang="de-DE" i="1" dirty="0" err="1"/>
              <a:t>Lie</a:t>
            </a:r>
            <a:r>
              <a:rPr lang="de-DE" dirty="0"/>
              <a:t> — rechtfertigt mein </a:t>
            </a:r>
            <a:r>
              <a:rPr lang="de-DE" b="1" dirty="0"/>
              <a:t>deterministisches Oracle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Xiang/Greshake et al. (2026)</a:t>
            </a:r>
            <a:r>
              <a:rPr lang="de-DE" dirty="0"/>
              <a:t> — </a:t>
            </a:r>
            <a:r>
              <a:rPr lang="de-DE" i="1" dirty="0" err="1"/>
              <a:t>Architecting</a:t>
            </a:r>
            <a:r>
              <a:rPr lang="de-DE" i="1" dirty="0"/>
              <a:t> Secure AI </a:t>
            </a:r>
            <a:r>
              <a:rPr lang="de-DE" i="1" dirty="0" err="1"/>
              <a:t>Agents</a:t>
            </a:r>
            <a:r>
              <a:rPr lang="de-DE" dirty="0"/>
              <a:t> — stützt FF3 (System-Level-</a:t>
            </a:r>
            <a:r>
              <a:rPr lang="de-DE" dirty="0" err="1"/>
              <a:t>Defenses</a:t>
            </a:r>
            <a:r>
              <a:rPr lang="de-DE" dirty="0"/>
              <a:t> &gt; reine </a:t>
            </a:r>
            <a:r>
              <a:rPr lang="de-DE" dirty="0" err="1"/>
              <a:t>Guardrails</a:t>
            </a:r>
            <a:r>
              <a:rPr lang="de-DE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garak</a:t>
            </a:r>
            <a:r>
              <a:rPr lang="de-DE" b="1" dirty="0"/>
              <a:t> (</a:t>
            </a:r>
            <a:r>
              <a:rPr lang="de-DE" b="1" dirty="0" err="1"/>
              <a:t>Derczynski</a:t>
            </a:r>
            <a:r>
              <a:rPr lang="de-DE" b="1" dirty="0"/>
              <a:t> et al. 2024)</a:t>
            </a:r>
            <a:r>
              <a:rPr lang="de-DE" dirty="0"/>
              <a:t> · </a:t>
            </a:r>
            <a:r>
              <a:rPr lang="de-DE" b="1" dirty="0"/>
              <a:t>OWASP LLM Top 10 v2.0 (2025)</a:t>
            </a:r>
            <a:r>
              <a:rPr lang="de-DE" dirty="0"/>
              <a:t> · </a:t>
            </a:r>
            <a:r>
              <a:rPr lang="de-DE" b="1" dirty="0"/>
              <a:t>PostgreSQL-Doku</a:t>
            </a:r>
            <a:r>
              <a:rPr lang="de-DE" dirty="0"/>
              <a:t> (RLS, Least-Privilege).</a:t>
            </a:r>
          </a:p>
        </p:txBody>
      </p:sp>
    </p:spTree>
    <p:extLst>
      <p:ext uri="{BB962C8B-B14F-4D97-AF65-F5344CB8AC3E}">
        <p14:creationId xmlns:p14="http://schemas.microsoft.com/office/powerpoint/2010/main" val="3733547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375F-54C6-7DCC-570B-ECEC23DB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56204-0040-B927-8789-718EF9416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Zeitplan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81FBBD79-D0F7-BF9A-D9A8-0B65C4536C12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FDD1E-8FA0-B9E0-F5CA-F9C38EDEB513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6A1C7-951C-309E-69FD-3073AB1C846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B0E8C-E480-765C-E09C-C6551294597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283BB959-0328-BA78-A66C-FA01EFAFC912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Juni: Fundament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Literatur, OWASP-2025-Mapping, Bedrohungsmodell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DB-Schema + RLS + </a:t>
            </a:r>
            <a:r>
              <a:rPr lang="de-DE" dirty="0" err="1"/>
              <a:t>Canaries</a:t>
            </a:r>
            <a:r>
              <a:rPr lang="de-DE" dirty="0"/>
              <a:t> + Akzeptanztests · Modell-</a:t>
            </a:r>
            <a:r>
              <a:rPr lang="de-DE" dirty="0" err="1"/>
              <a:t>Pinning</a:t>
            </a:r>
            <a:endParaRPr lang="de-DE" dirty="0"/>
          </a:p>
          <a:p>
            <a:r>
              <a:rPr lang="de-DE" b="1" dirty="0"/>
              <a:t>Juli: Pipeline, Messaufbau &amp; Messen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FastAPI</a:t>
            </a:r>
            <a:r>
              <a:rPr lang="de-DE" dirty="0"/>
              <a:t>-Gateway + LDAP-Propagation · Defense A/B (</a:t>
            </a:r>
            <a:r>
              <a:rPr lang="de-DE" dirty="0" err="1"/>
              <a:t>Llama</a:t>
            </a:r>
            <a:r>
              <a:rPr lang="de-DE" dirty="0"/>
              <a:t>-Guard) · I6-Templates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Oracle (Canary/State-Diff/DB-Log) · Legitim-Set · </a:t>
            </a:r>
            <a:r>
              <a:rPr lang="de-DE" dirty="0" err="1"/>
              <a:t>Promptfoo</a:t>
            </a:r>
            <a:r>
              <a:rPr lang="de-DE" dirty="0"/>
              <a:t>/</a:t>
            </a:r>
            <a:r>
              <a:rPr lang="de-DE" dirty="0" err="1"/>
              <a:t>garak-Config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Beginn </a:t>
            </a:r>
            <a:r>
              <a:rPr lang="de-DE" dirty="0" err="1"/>
              <a:t>Red</a:t>
            </a:r>
            <a:r>
              <a:rPr lang="de-DE" dirty="0"/>
              <a:t>-Teaming-Läufe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Beginn Schreiben der Arbeit</a:t>
            </a:r>
          </a:p>
          <a:p>
            <a:r>
              <a:rPr lang="de-DE" b="1" dirty="0"/>
              <a:t>August: Messen, Auswerten &amp; Finalisieren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Schreiben der Arbeit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Red</a:t>
            </a:r>
            <a:r>
              <a:rPr lang="de-DE" dirty="0"/>
              <a:t>-Teaming-Läufe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ASR ± CI, Trade-off-Diagramm, 2. Target-Modell, Handlungsempfehlung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Korrektur &amp; Abgabe</a:t>
            </a:r>
          </a:p>
          <a:p>
            <a:endParaRPr lang="de-DE" dirty="0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42A58968-12BA-69CC-922F-0DC4BBF9B612}"/>
              </a:ext>
            </a:extLst>
          </p:cNvPr>
          <p:cNvSpPr txBox="1">
            <a:spLocks/>
          </p:cNvSpPr>
          <p:nvPr/>
        </p:nvSpPr>
        <p:spPr bwMode="gray">
          <a:xfrm>
            <a:off x="4410363" y="5734511"/>
            <a:ext cx="3371274" cy="534755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/>
              <a:t>Abgabe: 22.08.26</a:t>
            </a:r>
          </a:p>
        </p:txBody>
      </p:sp>
    </p:spTree>
    <p:extLst>
      <p:ext uri="{BB962C8B-B14F-4D97-AF65-F5344CB8AC3E}">
        <p14:creationId xmlns:p14="http://schemas.microsoft.com/office/powerpoint/2010/main" val="3474070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2776F-7F3D-67AE-088E-AF0FD7AD3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36BA0-C22C-F645-FFF0-03C3B74F4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Mein Beitrag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F3C4750A-5037-5326-8A32-7969D29C7DF7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CC00F-6D0C-BF35-BEEB-67BB149DD1F7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39B7025C-BCA6-40C7-BFB1-2BE8C6999543}" type="datetime1">
              <a:rPr lang="de-DE" smtClean="0"/>
              <a:t>16.06.2026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77054-EB0D-D1E0-A118-34CF770D50D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DATEV eG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6E2AE-A6B9-46BF-9CCB-5F90D0E94EC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26084AE1-E4F9-3BD1-0BB1-72039BDD09BD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b="1" dirty="0"/>
          </a:p>
          <a:p>
            <a:endParaRPr lang="de-DE" dirty="0"/>
          </a:p>
          <a:p>
            <a:r>
              <a:rPr lang="de-DE" dirty="0"/>
              <a:t> 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/>
              <a:t>reproduzierbare, werkzeuggestützte </a:t>
            </a:r>
            <a:r>
              <a:rPr lang="de-DE" dirty="0" err="1"/>
              <a:t>Red</a:t>
            </a:r>
            <a:r>
              <a:rPr lang="de-DE" dirty="0"/>
              <a:t>-Team-Evaluation einer Defense-in-Depth-Pipeline für LLM-DB-Zugriff, mit </a:t>
            </a:r>
            <a:r>
              <a:rPr lang="de-DE" b="1" dirty="0"/>
              <a:t>deterministischem Oracle</a:t>
            </a:r>
            <a:r>
              <a:rPr lang="de-DE" dirty="0"/>
              <a:t> und </a:t>
            </a:r>
            <a:r>
              <a:rPr lang="de-DE" b="1" dirty="0"/>
              <a:t>Trade-off-Analyse (Sicherheit ↔ Kosten)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e-DE" b="1" dirty="0"/>
          </a:p>
          <a:p>
            <a:r>
              <a:rPr lang="de-DE" b="1" dirty="0"/>
              <a:t>Kernthese:</a:t>
            </a:r>
            <a:r>
              <a:rPr lang="de-DE" dirty="0"/>
              <a:t> Deterministische DB-Härtung (RLS) schlägt probabilistische LLM-</a:t>
            </a:r>
            <a:r>
              <a:rPr lang="de-DE" dirty="0" err="1"/>
              <a:t>Guardrails</a:t>
            </a:r>
            <a:r>
              <a:rPr lang="de-DE" dirty="0"/>
              <a:t> im Sicherheits-/Kosten-Verhältnis, für alle Cross-Tenant-Read/Write-Ziele.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0135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ATEV">
  <a:themeElements>
    <a:clrScheme name="Datev">
      <a:dk1>
        <a:sysClr val="windowText" lastClr="000000"/>
      </a:dk1>
      <a:lt1>
        <a:sysClr val="window" lastClr="FFFFFF"/>
      </a:lt1>
      <a:dk2>
        <a:srgbClr val="90D033"/>
      </a:dk2>
      <a:lt2>
        <a:srgbClr val="039A9A"/>
      </a:lt2>
      <a:accent1>
        <a:srgbClr val="FFC800"/>
      </a:accent1>
      <a:accent2>
        <a:srgbClr val="E74138"/>
      </a:accent2>
      <a:accent3>
        <a:srgbClr val="A73A65"/>
      </a:accent3>
      <a:accent4>
        <a:srgbClr val="0E95D9"/>
      </a:accent4>
      <a:accent5>
        <a:srgbClr val="529B56"/>
      </a:accent5>
      <a:accent6>
        <a:srgbClr val="DFD9CE"/>
      </a:accent6>
      <a:hlink>
        <a:srgbClr val="000000"/>
      </a:hlink>
      <a:folHlink>
        <a:srgbClr val="000000"/>
      </a:folHlink>
    </a:clrScheme>
    <a:fontScheme name="DATEV">
      <a:majorFont>
        <a:latin typeface="Compatil DATEV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2"/>
        </a:solidFill>
        <a:ln>
          <a:solidFill>
            <a:schemeClr val="bg2"/>
          </a:solidFill>
        </a:ln>
      </a:spPr>
      <a:bodyPr lIns="216000" tIns="216000" rIns="216000" bIns="216000" rtlCol="0" anchor="t" anchorCtr="0"/>
      <a:lstStyle>
        <a:defPPr marL="0" indent="0" algn="l">
          <a:spcBef>
            <a:spcPts val="500"/>
          </a:spcBef>
          <a:spcAft>
            <a:spcPts val="500"/>
          </a:spcAft>
          <a:buFont typeface="Wingdings" panose="05000000000000000000" pitchFamily="2" charset="2"/>
          <a:buNone/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0" indent="0" algn="l">
          <a:spcBef>
            <a:spcPts val="500"/>
          </a:spcBef>
          <a:spcAft>
            <a:spcPts val="500"/>
          </a:spcAft>
          <a:buClr>
            <a:schemeClr val="bg2"/>
          </a:buClr>
          <a:buFont typeface="Wingdings" panose="05000000000000000000" pitchFamily="2" charset="2"/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DATEV-Folienbibliothek.potx" id="{0EC5EC36-217D-4C84-8231-7299C0671F43}" vid="{EC54FE94-D176-46A0-AD3C-5592027FE95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5468c62-1a6b-4fe4-8dac-294b6f02ba6b}" enabled="1" method="Standard" siteId="{6740ab35-e70b-48b0-a200-81d690e233e1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1658</Words>
  <Application>Microsoft Office PowerPoint</Application>
  <PresentationFormat>Widescreen</PresentationFormat>
  <Paragraphs>325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Aptos</vt:lpstr>
      <vt:lpstr>Aptos Display</vt:lpstr>
      <vt:lpstr>Arial</vt:lpstr>
      <vt:lpstr>Compatil DATEV</vt:lpstr>
      <vt:lpstr>Consolas</vt:lpstr>
      <vt:lpstr>Frutiger Next Com</vt:lpstr>
      <vt:lpstr>Segoe UI</vt:lpstr>
      <vt:lpstr>Symbol</vt:lpstr>
      <vt:lpstr>Wingdings</vt:lpstr>
      <vt:lpstr>Office Theme</vt:lpstr>
      <vt:lpstr>DATEV</vt:lpstr>
      <vt:lpstr>AI Red Teaming: Systematische Sicherheitsanalyse von Large Language Models mit Tool-Access</vt:lpstr>
      <vt:lpstr>Problemstellung &amp; Zielsetzung</vt:lpstr>
      <vt:lpstr>Szenario &amp; Akteure</vt:lpstr>
      <vt:lpstr>Berechtigungsmatrix</vt:lpstr>
      <vt:lpstr>Angriffsklassen: Lesen und Schreiben (OWASP LLM Top 10 2025)</vt:lpstr>
      <vt:lpstr>Erfolgsziele G-* mit deterministischem Oracle</vt:lpstr>
      <vt:lpstr>Forschungsfragen &amp; Hypothesen</vt:lpstr>
      <vt:lpstr>Defense-in-Depth Pipeline</vt:lpstr>
      <vt:lpstr>Herzstück: DC-b + Identitäts-Propagation</vt:lpstr>
      <vt:lpstr>I6: empfohlene Architektur?</vt:lpstr>
      <vt:lpstr>Versuchsaufbau &amp; Techstack</vt:lpstr>
      <vt:lpstr>Hybrid-Provider + entkoppeltes Oracle</vt:lpstr>
      <vt:lpstr>Metriken</vt:lpstr>
      <vt:lpstr>Verwandte Arbeiten</vt:lpstr>
      <vt:lpstr>Zeitplan</vt:lpstr>
      <vt:lpstr>Mein Beitrag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Ilczuk, Oliver</dc:creator>
  <cp:lastModifiedBy>Ilczuk, Oliver</cp:lastModifiedBy>
  <cp:revision>18</cp:revision>
  <dcterms:created xsi:type="dcterms:W3CDTF">2026-06-15T12:05:03Z</dcterms:created>
  <dcterms:modified xsi:type="dcterms:W3CDTF">2026-06-16T08:51:09Z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Theme:8\DATEV:5</vt:lpwstr>
  </property>
  <property fmtid="{D5CDD505-2E9C-101B-9397-08002B2CF9AE}" pid="3" name="ClassificationContentMarkingFooterText">
    <vt:lpwstr>– Intern –</vt:lpwstr>
  </property>
</Properties>
</file>